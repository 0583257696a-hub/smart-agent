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5" r:id="rId3"/>
    <p:sldMasterId id="2147483650" r:id="rId4"/>
    <p:sldMasterId id="2147483663" r:id="rId5"/>
  </p:sldMasterIdLst>
  <p:notesMasterIdLst>
    <p:notesMasterId r:id="rId7"/>
  </p:notesMasterIdLst>
  <p:sldIdLst>
    <p:sldId id="285" r:id="rId6"/>
  </p:sldIdLst>
  <p:sldSz cx="12192000" cy="6858000"/>
  <p:notesSz cx="6858000" cy="9926638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C64F175-A497-194D-B84F-6E377939E17B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3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65E3"/>
    <a:srgbClr val="020140"/>
    <a:srgbClr val="BDD2EB"/>
    <a:srgbClr val="DEEAF7"/>
    <a:srgbClr val="A2EB9A"/>
    <a:srgbClr val="DEE9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/>
  </p:normalViewPr>
  <p:slideViewPr>
    <p:cSldViewPr snapToGrid="0" showGuides="1">
      <p:cViewPr varScale="1">
        <p:scale>
          <a:sx n="72" d="100"/>
          <a:sy n="72" d="100"/>
        </p:scale>
        <p:origin x="660" y="54"/>
      </p:cViewPr>
      <p:guideLst>
        <p:guide orient="horz" pos="2183"/>
        <p:guide pos="3840"/>
        <p:guide orient="horz" pos="2160"/>
        <p:guide orient="horz" pos="777"/>
        <p:guide orient="horz" pos="23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3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Rag Sans-1.4" pitchFamily="2" charset="-79"/>
              </a:defRPr>
            </a:lvl1pPr>
          </a:lstStyle>
          <a:p>
            <a:endParaRPr lang="en-I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Rag Sans-1.4" pitchFamily="2" charset="-79"/>
              </a:defRPr>
            </a:lvl1pPr>
          </a:lstStyle>
          <a:p>
            <a:fld id="{6FF9E5AF-ACA5-314F-B982-3670B321B149}" type="datetimeFigureOut">
              <a:rPr lang="en-IL" smtClean="0"/>
              <a:pPr/>
              <a:t>01/12/2026</a:t>
            </a:fld>
            <a:endParaRPr lang="en-I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52438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77194"/>
            <a:ext cx="548640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Rag Sans-1.4" pitchFamily="2" charset="-79"/>
              </a:defRPr>
            </a:lvl1pPr>
          </a:lstStyle>
          <a:p>
            <a:endParaRPr lang="en-I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28584"/>
            <a:ext cx="2971800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Rag Sans-1.4" pitchFamily="2" charset="-79"/>
              </a:defRPr>
            </a:lvl1pPr>
          </a:lstStyle>
          <a:p>
            <a:fld id="{74293C88-9634-2F47-9800-45DDD3C95841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8136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Rag Sans-1.4" pitchFamily="2" charset="-79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Rag Sans-1.4" pitchFamily="2" charset="-79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Rag Sans-1.4" pitchFamily="2" charset="-79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Rag Sans-1.4" pitchFamily="2" charset="-79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Rag Sans-1.4" pitchFamily="2" charset="-79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פריסה מותאמת אישי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6915-06A2-76C0-54D1-3BA5A4578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62" y="632590"/>
            <a:ext cx="5242400" cy="804326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3556" b="0" i="0">
                <a:solidFill>
                  <a:schemeClr val="bg1"/>
                </a:solidFill>
                <a:latin typeface="Rag Sans-1.4" pitchFamily="2" charset="-79"/>
                <a:cs typeface="Rag Sans-1.4" pitchFamily="2" charset="-79"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167B62-0049-48BB-D3C1-B257F8C6F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latin typeface="Rag Sans-1.4" pitchFamily="2" charset="-79"/>
              </a:defRPr>
            </a:lvl1pPr>
          </a:lstStyle>
          <a:p>
            <a:fld id="{0BD7EFB3-1905-1747-9BAA-53878D310B76}" type="datetime1">
              <a:rPr lang="en-US" smtClean="0"/>
              <a:pPr/>
              <a:t>1/12/2026</a:t>
            </a:fld>
            <a:endParaRPr lang="en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C9ED70-DD9F-8420-3E1B-E404D22B4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Rag Sans-1.4" pitchFamily="2" charset="-79"/>
                <a:cs typeface="Rag Sans-1.4" pitchFamily="2" charset="-79"/>
              </a:defRPr>
            </a:lvl1pPr>
          </a:lstStyle>
          <a:p>
            <a:pPr rtl="1"/>
            <a:r>
              <a:rPr lang="he-IL" dirty="0"/>
              <a:t>מגדל - שם מצגת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48A6E2-AD4C-1B4E-795A-DF0D97A62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latin typeface="Rag Sans-1.4" pitchFamily="2" charset="-79"/>
              </a:defRPr>
            </a:lvl1pPr>
          </a:lstStyle>
          <a:p>
            <a:fld id="{39E63E09-9051-724A-8F05-80D76DEF0990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279042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rgbClr val="020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6425AD-EBE0-EDB4-9A20-1EAE72C06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solidFill>
                  <a:srgbClr val="BDD2EB"/>
                </a:solidFill>
                <a:latin typeface="Rag Sans-1.4" pitchFamily="2" charset="-79"/>
              </a:defRPr>
            </a:lvl1pPr>
          </a:lstStyle>
          <a:p>
            <a:fld id="{65E048B5-8867-E04F-8F16-2DDCA3C86127}" type="datetime1">
              <a:rPr lang="en-US" smtClean="0"/>
              <a:pPr/>
              <a:t>1/12/2026</a:t>
            </a:fld>
            <a:endParaRPr lang="en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8E44EC-7BA7-305E-B308-2C9CF5800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rgbClr val="BDD2EB"/>
                </a:solidFill>
                <a:latin typeface="Rag Sans-1.4" pitchFamily="2" charset="-79"/>
                <a:cs typeface="Rag Sans-1.4" pitchFamily="2" charset="-79"/>
              </a:defRPr>
            </a:lvl1pPr>
          </a:lstStyle>
          <a:p>
            <a:r>
              <a:rPr lang="he-IL" dirty="0"/>
              <a:t>מגדל - שם מצגת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00B3F-51B2-CBE6-985F-32BD23AC8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rgbClr val="BDD2EB"/>
                </a:solidFill>
                <a:latin typeface="Rag Sans-1.4" pitchFamily="2" charset="-79"/>
              </a:defRPr>
            </a:lvl1pPr>
          </a:lstStyle>
          <a:p>
            <a:fld id="{39E63E09-9051-724A-8F05-80D76DEF0990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14613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rgbClr val="BDD2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6425AD-EBE0-EDB4-9A20-1EAE72C06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solidFill>
                  <a:srgbClr val="020140"/>
                </a:solidFill>
                <a:latin typeface="Rag Sans-1.4" pitchFamily="2" charset="-79"/>
              </a:defRPr>
            </a:lvl1pPr>
          </a:lstStyle>
          <a:p>
            <a:fld id="{B0F0E01C-E8C6-3547-B55E-6E02E5B4E14A}" type="datetime1">
              <a:rPr lang="en-US" smtClean="0"/>
              <a:pPr/>
              <a:t>1/12/2026</a:t>
            </a:fld>
            <a:endParaRPr lang="en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8E44EC-7BA7-305E-B308-2C9CF5800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rgbClr val="020140"/>
                </a:solidFill>
                <a:latin typeface="Rag Sans-1.4" pitchFamily="2" charset="-79"/>
                <a:cs typeface="Rag Sans-1.4" pitchFamily="2" charset="-79"/>
              </a:defRPr>
            </a:lvl1pPr>
          </a:lstStyle>
          <a:p>
            <a:r>
              <a:rPr lang="he-IL" dirty="0"/>
              <a:t>מגדל - שם מצגת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00B3F-51B2-CBE6-985F-32BD23AC8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rgbClr val="020140"/>
                </a:solidFill>
                <a:latin typeface="Rag Sans-1.4" pitchFamily="2" charset="-79"/>
              </a:defRPr>
            </a:lvl1pPr>
          </a:lstStyle>
          <a:p>
            <a:fld id="{39E63E09-9051-724A-8F05-80D76DEF0990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23262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rgbClr val="3C6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6425AD-EBE0-EDB4-9A20-1EAE72C06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solidFill>
                  <a:srgbClr val="020140"/>
                </a:solidFill>
                <a:latin typeface="Rag Sans-1.4" pitchFamily="2" charset="-79"/>
              </a:defRPr>
            </a:lvl1pPr>
          </a:lstStyle>
          <a:p>
            <a:fld id="{FBC255D7-DB43-FB4E-9449-3CBD376D97C9}" type="datetime1">
              <a:rPr lang="en-US" smtClean="0"/>
              <a:pPr/>
              <a:t>1/12/2026</a:t>
            </a:fld>
            <a:endParaRPr lang="en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8E44EC-7BA7-305E-B308-2C9CF5800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rgbClr val="020140"/>
                </a:solidFill>
                <a:latin typeface="Rag Sans-1.4" pitchFamily="2" charset="-79"/>
                <a:cs typeface="Rag Sans-1.4" pitchFamily="2" charset="-79"/>
              </a:defRPr>
            </a:lvl1pPr>
          </a:lstStyle>
          <a:p>
            <a:r>
              <a:rPr lang="he-IL" dirty="0"/>
              <a:t>מגדל - שם מצגת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00B3F-51B2-CBE6-985F-32BD23AC8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rgbClr val="020140"/>
                </a:solidFill>
                <a:latin typeface="Rag Sans-1.4" pitchFamily="2" charset="-79"/>
              </a:defRPr>
            </a:lvl1pPr>
          </a:lstStyle>
          <a:p>
            <a:fld id="{39E63E09-9051-724A-8F05-80D76DEF0990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8767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rgbClr val="A2EB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6425AD-EBE0-EDB4-9A20-1EAE72C06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 i="0">
                <a:solidFill>
                  <a:srgbClr val="020140"/>
                </a:solidFill>
                <a:latin typeface="Rag Sans-1.4" pitchFamily="2" charset="-79"/>
              </a:defRPr>
            </a:lvl1pPr>
          </a:lstStyle>
          <a:p>
            <a:fld id="{3C3C99A9-A147-F84A-8B32-F955BE9C0BD1}" type="datetime1">
              <a:rPr lang="en-US" smtClean="0"/>
              <a:pPr/>
              <a:t>1/12/2026</a:t>
            </a:fld>
            <a:endParaRPr lang="en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8E44EC-7BA7-305E-B308-2C9CF5800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solidFill>
                  <a:srgbClr val="020140"/>
                </a:solidFill>
                <a:latin typeface="Rag Sans-1.4" pitchFamily="2" charset="-79"/>
                <a:cs typeface="Rag Sans-1.4" pitchFamily="2" charset="-79"/>
              </a:defRPr>
            </a:lvl1pPr>
          </a:lstStyle>
          <a:p>
            <a:r>
              <a:rPr lang="he-IL" dirty="0"/>
              <a:t>מגדל - שם מצגת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A00B3F-51B2-CBE6-985F-32BD23AC8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 i="0">
                <a:solidFill>
                  <a:srgbClr val="020140"/>
                </a:solidFill>
                <a:latin typeface="Rag Sans-1.4" pitchFamily="2" charset="-79"/>
              </a:defRPr>
            </a:lvl1pPr>
          </a:lstStyle>
          <a:p>
            <a:fld id="{39E63E09-9051-724A-8F05-80D76DEF0990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438837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rgbClr val="020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396BF1-C6CE-1FB9-BCA6-2936835F05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3888" y="1631985"/>
            <a:ext cx="10944224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algn="r" rtl="1">
              <a:defRPr b="0" i="0">
                <a:solidFill>
                  <a:srgbClr val="BDD2EB"/>
                </a:solidFill>
                <a:latin typeface="Rag Sans-1.4" pitchFamily="2" charset="-79"/>
              </a:defRPr>
            </a:lvl1pPr>
            <a:lvl2pPr algn="r" rtl="1">
              <a:defRPr b="0" i="0">
                <a:solidFill>
                  <a:srgbClr val="BDD2EB"/>
                </a:solidFill>
                <a:latin typeface="Rag Sans-1.4" pitchFamily="2" charset="-79"/>
              </a:defRPr>
            </a:lvl2pPr>
            <a:lvl3pPr algn="r" rtl="1">
              <a:defRPr b="0" i="0">
                <a:solidFill>
                  <a:srgbClr val="BDD2EB"/>
                </a:solidFill>
                <a:latin typeface="Rag Sans-1.4" pitchFamily="2" charset="-79"/>
              </a:defRPr>
            </a:lvl3pPr>
            <a:lvl4pPr algn="r" rtl="1">
              <a:defRPr b="0" i="0">
                <a:solidFill>
                  <a:srgbClr val="BDD2EB"/>
                </a:solidFill>
                <a:latin typeface="Rag Sans-1.4" pitchFamily="2" charset="-79"/>
              </a:defRPr>
            </a:lvl4pPr>
            <a:lvl5pPr algn="r" rtl="1">
              <a:defRPr b="0" i="0">
                <a:solidFill>
                  <a:srgbClr val="BDD2EB"/>
                </a:solidFill>
                <a:latin typeface="Rag Sans-1.4" pitchFamily="2" charset="-79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1496C0F-5362-9108-8DA1-E37EBC13B0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0" y="620714"/>
            <a:ext cx="6630354" cy="63824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rgbClr val="BDD2EB"/>
                </a:solidFill>
                <a:latin typeface="Rag Sans-1.4" pitchFamily="2" charset="-79"/>
                <a:cs typeface="Rag Sans-1.4" pitchFamily="2" charset="-79"/>
              </a:defRPr>
            </a:lvl1pPr>
          </a:lstStyle>
          <a:p>
            <a:r>
              <a:rPr lang="he-IL" dirty="0"/>
              <a:t>טקסט כותרת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F4034C-DFD3-7618-35C2-D2F9A1DFE3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3889" y="547516"/>
            <a:ext cx="1444140" cy="518260"/>
          </a:xfrm>
          <a:prstGeom prst="rect">
            <a:avLst/>
          </a:prstGeom>
        </p:spPr>
      </p:pic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7D7B84A-4497-9BD8-A966-D131F9E9A5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7700" y="63563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</a:defRPr>
            </a:lvl1pPr>
          </a:lstStyle>
          <a:p>
            <a:fld id="{9FB0BDCA-0912-C24F-9493-1716EB5E5F7D}" type="datetime1">
              <a:rPr lang="en-US" smtClean="0"/>
              <a:pPr/>
              <a:t>1/12/2026</a:t>
            </a:fld>
            <a:endParaRPr lang="en-IL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F73D193-B962-871B-B192-9CFE91748E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71917" y="63563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  <a:cs typeface="Rag Sans-1.4" pitchFamily="2" charset="-79"/>
              </a:defRPr>
            </a:lvl1pPr>
          </a:lstStyle>
          <a:p>
            <a:pPr rtl="1"/>
            <a:r>
              <a:rPr lang="he-IL" dirty="0"/>
              <a:t>מגדל - שם מצגת</a:t>
            </a:r>
            <a:endParaRPr lang="en-IL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671AEC0-107F-4945-81F0-62A47EC04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7" y="6356355"/>
            <a:ext cx="29575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</a:defRPr>
            </a:lvl1pPr>
          </a:lstStyle>
          <a:p>
            <a:fld id="{39E63E09-9051-724A-8F05-80D76DEF0990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85382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rgbClr val="020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4EE045-0871-53D5-C8DC-6FFB6CB1B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53316" y="6254467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Rag Sans-1.4" pitchFamily="2" charset="-79"/>
                <a:cs typeface="Rag Sans-1.4" pitchFamily="2" charset="-79"/>
              </a:defRPr>
            </a:lvl1pPr>
          </a:lstStyle>
          <a:p>
            <a:r>
              <a:rPr lang="he-IL" dirty="0"/>
              <a:t>מגדל - שם מצגת</a:t>
            </a:r>
            <a:endParaRPr lang="en-I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0442B1-A2DB-341E-F3B9-B8FB3D56C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2982" y="6254467"/>
            <a:ext cx="2957513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Rag Sans-1.4" pitchFamily="2" charset="-79"/>
              </a:defRPr>
            </a:lvl1pPr>
          </a:lstStyle>
          <a:p>
            <a:fld id="{39E63E09-9051-724A-8F05-80D76DEF0990}" type="slidenum">
              <a:rPr lang="en-IL" smtClean="0"/>
              <a:pPr/>
              <a:t>‹#›</a:t>
            </a:fld>
            <a:endParaRPr lang="en-IL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396BF1-C6CE-1FB9-BCA6-2936835F05C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3888" y="1631985"/>
            <a:ext cx="10944224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algn="r" rtl="1">
              <a:defRPr b="0" i="0">
                <a:solidFill>
                  <a:srgbClr val="BDD2EB"/>
                </a:solidFill>
                <a:latin typeface="Rag Sans-1.4" pitchFamily="2" charset="-79"/>
              </a:defRPr>
            </a:lvl1pPr>
            <a:lvl2pPr algn="r" rtl="1">
              <a:defRPr b="0" i="0">
                <a:solidFill>
                  <a:srgbClr val="BDD2EB"/>
                </a:solidFill>
                <a:latin typeface="Rag Sans-1.4" pitchFamily="2" charset="-79"/>
              </a:defRPr>
            </a:lvl2pPr>
            <a:lvl3pPr algn="r" rtl="1">
              <a:defRPr b="0" i="0">
                <a:solidFill>
                  <a:srgbClr val="BDD2EB"/>
                </a:solidFill>
                <a:latin typeface="Rag Sans-1.4" pitchFamily="2" charset="-79"/>
              </a:defRPr>
            </a:lvl3pPr>
            <a:lvl4pPr algn="r" rtl="1">
              <a:defRPr b="0" i="0">
                <a:solidFill>
                  <a:srgbClr val="BDD2EB"/>
                </a:solidFill>
                <a:latin typeface="Rag Sans-1.4" pitchFamily="2" charset="-79"/>
              </a:defRPr>
            </a:lvl4pPr>
            <a:lvl5pPr algn="r" rtl="1">
              <a:defRPr b="0" i="0">
                <a:solidFill>
                  <a:srgbClr val="BDD2EB"/>
                </a:solidFill>
                <a:latin typeface="Rag Sans-1.4" pitchFamily="2" charset="-79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61496C0F-5362-9108-8DA1-E37EBC13B0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0" y="620714"/>
            <a:ext cx="6630354" cy="63824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rgbClr val="BDD2EB"/>
                </a:solidFill>
                <a:latin typeface="Rag Sans-1.4" pitchFamily="2" charset="-79"/>
                <a:cs typeface="Rag Sans-1.4" pitchFamily="2" charset="-79"/>
              </a:defRPr>
            </a:lvl1pPr>
          </a:lstStyle>
          <a:p>
            <a:r>
              <a:rPr lang="he-IL" dirty="0"/>
              <a:t>טקסט כותרת</a:t>
            </a:r>
            <a:endParaRPr lang="en-IL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B2E961-FEA9-A6B5-5ACE-0BBC6EB52F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3889" y="547521"/>
            <a:ext cx="1444140" cy="51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390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BD77BAD-F89F-B308-38B6-2B60F95F28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0" y="620714"/>
            <a:ext cx="6630354" cy="63824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rgbClr val="020140"/>
                </a:solidFill>
                <a:latin typeface="Rag Sans-1.4" pitchFamily="2" charset="-79"/>
                <a:cs typeface="Rag Sans-1.4" pitchFamily="2" charset="-79"/>
              </a:defRPr>
            </a:lvl1pPr>
          </a:lstStyle>
          <a:p>
            <a:r>
              <a:rPr lang="he-IL" dirty="0"/>
              <a:t>טקסט כותרת</a:t>
            </a:r>
            <a:endParaRPr lang="en-IL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4E0493B-3774-562D-06A6-0EF3D6CECB3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3888" y="1631985"/>
            <a:ext cx="10944224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algn="r" rtl="1">
              <a:defRPr b="0" i="0">
                <a:solidFill>
                  <a:srgbClr val="020140"/>
                </a:solidFill>
                <a:latin typeface="Rag Sans-1.4" pitchFamily="2" charset="-79"/>
              </a:defRPr>
            </a:lvl1pPr>
            <a:lvl2pPr algn="r" rtl="1">
              <a:defRPr b="0" i="0">
                <a:solidFill>
                  <a:srgbClr val="020140"/>
                </a:solidFill>
                <a:latin typeface="Rag Sans-1.4" pitchFamily="2" charset="-79"/>
              </a:defRPr>
            </a:lvl2pPr>
            <a:lvl3pPr algn="r" rtl="1">
              <a:defRPr b="0" i="0">
                <a:solidFill>
                  <a:srgbClr val="020140"/>
                </a:solidFill>
                <a:latin typeface="Rag Sans-1.4" pitchFamily="2" charset="-79"/>
              </a:defRPr>
            </a:lvl3pPr>
            <a:lvl4pPr algn="r" rtl="1">
              <a:defRPr b="0" i="0">
                <a:solidFill>
                  <a:srgbClr val="020140"/>
                </a:solidFill>
                <a:latin typeface="Rag Sans-1.4" pitchFamily="2" charset="-79"/>
              </a:defRPr>
            </a:lvl4pPr>
            <a:lvl5pPr algn="r" rtl="1">
              <a:defRPr b="0" i="0">
                <a:solidFill>
                  <a:srgbClr val="020140"/>
                </a:solidFill>
                <a:latin typeface="Rag Sans-1.4" pitchFamily="2" charset="-79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13B005E0-66EB-A154-54D1-2909D1A117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7700" y="63563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</a:defRPr>
            </a:lvl1pPr>
          </a:lstStyle>
          <a:p>
            <a:fld id="{9FB0BDCA-0912-C24F-9493-1716EB5E5F7D}" type="datetime1">
              <a:rPr lang="en-US" smtClean="0"/>
              <a:pPr/>
              <a:t>1/12/2026</a:t>
            </a:fld>
            <a:endParaRPr lang="en-IL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C43CF3C-7550-C332-02FD-1747FFBB5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71917" y="63563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  <a:cs typeface="Rag Sans-1.4" pitchFamily="2" charset="-79"/>
              </a:defRPr>
            </a:lvl1pPr>
          </a:lstStyle>
          <a:p>
            <a:pPr rtl="1"/>
            <a:r>
              <a:rPr lang="he-IL" dirty="0"/>
              <a:t>מגדל - שם מצגת</a:t>
            </a:r>
            <a:endParaRPr lang="en-IL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4F9381C-BCB0-E3CA-B690-E2E27A74A1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7" y="6356355"/>
            <a:ext cx="29575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</a:defRPr>
            </a:lvl1pPr>
          </a:lstStyle>
          <a:p>
            <a:fld id="{39E63E09-9051-724A-8F05-80D76DEF0990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60489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A2EB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BD77BAD-F89F-B308-38B6-2B60F95F28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0" y="620714"/>
            <a:ext cx="6630354" cy="63824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bg1"/>
                </a:solidFill>
                <a:latin typeface="Rag Sans-1.4" pitchFamily="2" charset="-79"/>
                <a:cs typeface="Rag Sans-1.4" pitchFamily="2" charset="-79"/>
              </a:defRPr>
            </a:lvl1pPr>
          </a:lstStyle>
          <a:p>
            <a:r>
              <a:rPr lang="he-IL" dirty="0"/>
              <a:t>טקסט כותרת</a:t>
            </a:r>
            <a:endParaRPr lang="en-IL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4E0493B-3774-562D-06A6-0EF3D6CECB3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3888" y="1631985"/>
            <a:ext cx="10944224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algn="r" rtl="1">
              <a:defRPr b="0" i="0">
                <a:solidFill>
                  <a:schemeClr val="bg1"/>
                </a:solidFill>
                <a:latin typeface="Rag Sans-1.4" pitchFamily="2" charset="-79"/>
              </a:defRPr>
            </a:lvl1pPr>
            <a:lvl2pPr algn="r" rtl="1">
              <a:defRPr b="0" i="0">
                <a:solidFill>
                  <a:schemeClr val="bg1"/>
                </a:solidFill>
                <a:latin typeface="Rag Sans-1.4" pitchFamily="2" charset="-79"/>
              </a:defRPr>
            </a:lvl2pPr>
            <a:lvl3pPr algn="r" rtl="1">
              <a:defRPr b="0" i="0">
                <a:solidFill>
                  <a:schemeClr val="bg1"/>
                </a:solidFill>
                <a:latin typeface="Rag Sans-1.4" pitchFamily="2" charset="-79"/>
              </a:defRPr>
            </a:lvl3pPr>
            <a:lvl4pPr algn="r" rtl="1">
              <a:defRPr b="0" i="0">
                <a:solidFill>
                  <a:schemeClr val="bg1"/>
                </a:solidFill>
                <a:latin typeface="Rag Sans-1.4" pitchFamily="2" charset="-79"/>
              </a:defRPr>
            </a:lvl4pPr>
            <a:lvl5pPr algn="r" rtl="1">
              <a:defRPr b="0" i="0">
                <a:solidFill>
                  <a:schemeClr val="bg1"/>
                </a:solidFill>
                <a:latin typeface="Rag Sans-1.4" pitchFamily="2" charset="-79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D8A0A3C-7E62-1FB7-0FC4-C109145DCD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7700" y="63563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</a:defRPr>
            </a:lvl1pPr>
          </a:lstStyle>
          <a:p>
            <a:fld id="{9FB0BDCA-0912-C24F-9493-1716EB5E5F7D}" type="datetime1">
              <a:rPr lang="en-US" smtClean="0"/>
              <a:pPr/>
              <a:t>1/12/2026</a:t>
            </a:fld>
            <a:endParaRPr lang="en-IL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668F5465-DA87-16B4-43E3-D6B14FA54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71917" y="63563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  <a:cs typeface="Rag Sans-1.4" pitchFamily="2" charset="-79"/>
              </a:defRPr>
            </a:lvl1pPr>
          </a:lstStyle>
          <a:p>
            <a:pPr rtl="1"/>
            <a:r>
              <a:rPr lang="he-IL" dirty="0"/>
              <a:t>מגדל - שם מצגת</a:t>
            </a:r>
            <a:endParaRPr lang="en-IL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C5A6D49-F13E-41A4-A615-92C50BB582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7" y="6356355"/>
            <a:ext cx="29575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</a:defRPr>
            </a:lvl1pPr>
          </a:lstStyle>
          <a:p>
            <a:fld id="{39E63E09-9051-724A-8F05-80D76DEF0990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538874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solidFill>
          <a:srgbClr val="3C65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EBD77BAD-F89F-B308-38B6-2B60F95F28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0" y="620714"/>
            <a:ext cx="6630354" cy="63824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rgbClr val="BDD2EB"/>
                </a:solidFill>
                <a:latin typeface="Rag Sans-1.4" pitchFamily="2" charset="-79"/>
                <a:cs typeface="Rag Sans-1.4" pitchFamily="2" charset="-79"/>
              </a:defRPr>
            </a:lvl1pPr>
          </a:lstStyle>
          <a:p>
            <a:r>
              <a:rPr lang="he-IL" dirty="0"/>
              <a:t>טקסט כותרת</a:t>
            </a:r>
            <a:endParaRPr lang="en-IL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4E0493B-3774-562D-06A6-0EF3D6CECB3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3888" y="1631985"/>
            <a:ext cx="10944224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algn="r" rtl="1">
              <a:defRPr b="0" i="0">
                <a:solidFill>
                  <a:srgbClr val="BDD2EB"/>
                </a:solidFill>
                <a:latin typeface="Rag Sans-1.4" pitchFamily="2" charset="-79"/>
              </a:defRPr>
            </a:lvl1pPr>
            <a:lvl2pPr algn="r" rtl="1">
              <a:defRPr b="0" i="0">
                <a:solidFill>
                  <a:srgbClr val="BDD2EB"/>
                </a:solidFill>
                <a:latin typeface="Rag Sans-1.4" pitchFamily="2" charset="-79"/>
              </a:defRPr>
            </a:lvl2pPr>
            <a:lvl3pPr algn="r" rtl="1">
              <a:defRPr b="0" i="0">
                <a:solidFill>
                  <a:srgbClr val="BDD2EB"/>
                </a:solidFill>
                <a:latin typeface="Rag Sans-1.4" pitchFamily="2" charset="-79"/>
              </a:defRPr>
            </a:lvl3pPr>
            <a:lvl4pPr algn="r" rtl="1">
              <a:defRPr b="0" i="0">
                <a:solidFill>
                  <a:srgbClr val="BDD2EB"/>
                </a:solidFill>
                <a:latin typeface="Rag Sans-1.4" pitchFamily="2" charset="-79"/>
              </a:defRPr>
            </a:lvl4pPr>
            <a:lvl5pPr algn="r" rtl="1">
              <a:defRPr b="0" i="0">
                <a:solidFill>
                  <a:srgbClr val="BDD2EB"/>
                </a:solidFill>
                <a:latin typeface="Rag Sans-1.4" pitchFamily="2" charset="-79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5FC68E9-7F95-0DB2-7288-1472B94DF2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7700" y="63563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</a:defRPr>
            </a:lvl1pPr>
          </a:lstStyle>
          <a:p>
            <a:fld id="{9FB0BDCA-0912-C24F-9493-1716EB5E5F7D}" type="datetime1">
              <a:rPr lang="en-US" smtClean="0"/>
              <a:pPr/>
              <a:t>1/12/2026</a:t>
            </a:fld>
            <a:endParaRPr lang="en-IL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D855429-ABDD-8C6C-0FF8-F62A4DFFBF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71917" y="63563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  <a:cs typeface="Rag Sans-1.4" pitchFamily="2" charset="-79"/>
              </a:defRPr>
            </a:lvl1pPr>
          </a:lstStyle>
          <a:p>
            <a:pPr rtl="1"/>
            <a:r>
              <a:rPr lang="he-IL" dirty="0"/>
              <a:t>מגדל - שם מצגת</a:t>
            </a:r>
            <a:endParaRPr lang="en-IL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393C89E-3FC0-C275-216D-CF3945F608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7" y="6356355"/>
            <a:ext cx="29575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</a:defRPr>
            </a:lvl1pPr>
          </a:lstStyle>
          <a:p>
            <a:fld id="{39E63E09-9051-724A-8F05-80D76DEF0990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510837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rgbClr val="DEE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50C3F81-6355-14A4-B451-26FFD9514B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7700" y="63563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</a:defRPr>
            </a:lvl1pPr>
          </a:lstStyle>
          <a:p>
            <a:fld id="{9FB0BDCA-0912-C24F-9493-1716EB5E5F7D}" type="datetime1">
              <a:rPr lang="en-US" smtClean="0"/>
              <a:pPr/>
              <a:t>1/12/2026</a:t>
            </a:fld>
            <a:endParaRPr lang="en-IL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AE5E950-6818-BE27-9D89-C2B76CB174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71917" y="63563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  <a:cs typeface="Rag Sans-1.4" pitchFamily="2" charset="-79"/>
              </a:defRPr>
            </a:lvl1pPr>
          </a:lstStyle>
          <a:p>
            <a:pPr rtl="1"/>
            <a:r>
              <a:rPr lang="he-IL" dirty="0"/>
              <a:t>מגדל - שם מצגת</a:t>
            </a:r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71B0D-C335-BF48-AE7D-276B88E108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7" y="6356355"/>
            <a:ext cx="29575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</a:defRPr>
            </a:lvl1pPr>
          </a:lstStyle>
          <a:p>
            <a:fld id="{39E63E09-9051-724A-8F05-80D76DEF0990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84372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rgbClr val="DEE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DAEE12B-6E36-7FCA-F5D6-E41799D1F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7700" y="63563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</a:defRPr>
            </a:lvl1pPr>
          </a:lstStyle>
          <a:p>
            <a:fld id="{9FB0BDCA-0912-C24F-9493-1716EB5E5F7D}" type="datetime1">
              <a:rPr lang="en-US" smtClean="0"/>
              <a:pPr/>
              <a:t>1/12/2026</a:t>
            </a:fld>
            <a:endParaRPr lang="en-IL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F8C11-71EB-617E-CE46-642DA83A4E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71917" y="63563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  <a:cs typeface="Rag Sans-1.4" pitchFamily="2" charset="-79"/>
              </a:defRPr>
            </a:lvl1pPr>
          </a:lstStyle>
          <a:p>
            <a:pPr rtl="1"/>
            <a:r>
              <a:rPr lang="he-IL" dirty="0"/>
              <a:t>מגדל - שם מצגת</a:t>
            </a:r>
            <a:endParaRPr lang="en-IL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A237707-086F-2822-7E88-6F794E2AC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7" y="6356355"/>
            <a:ext cx="29575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</a:defRPr>
            </a:lvl1pPr>
          </a:lstStyle>
          <a:p>
            <a:fld id="{39E63E09-9051-724A-8F05-80D76DEF0990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51820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69B5A9E-E596-022D-9AAD-DDEAA3D6BEA5}"/>
              </a:ext>
            </a:extLst>
          </p:cNvPr>
          <p:cNvSpPr/>
          <p:nvPr userDrawn="1"/>
        </p:nvSpPr>
        <p:spPr>
          <a:xfrm>
            <a:off x="8129873" y="0"/>
            <a:ext cx="4062135" cy="6858000"/>
          </a:xfrm>
          <a:prstGeom prst="rect">
            <a:avLst/>
          </a:prstGeom>
          <a:solidFill>
            <a:srgbClr val="DEE9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3202" b="0" i="0" dirty="0">
              <a:latin typeface="Rag Sans-1.4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88CA40-894C-3EDB-F0D2-53C62E940559}"/>
              </a:ext>
            </a:extLst>
          </p:cNvPr>
          <p:cNvSpPr/>
          <p:nvPr userDrawn="1"/>
        </p:nvSpPr>
        <p:spPr>
          <a:xfrm>
            <a:off x="10" y="0"/>
            <a:ext cx="4062135" cy="6858000"/>
          </a:xfrm>
          <a:prstGeom prst="rect">
            <a:avLst/>
          </a:prstGeom>
          <a:solidFill>
            <a:srgbClr val="DEEA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3202" b="0" i="0" dirty="0">
              <a:latin typeface="Rag Sans-1.4" pitchFamily="2" charset="-79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7EC62F-570E-CDC6-B4BD-24027314C1FC}"/>
              </a:ext>
            </a:extLst>
          </p:cNvPr>
          <p:cNvSpPr/>
          <p:nvPr userDrawn="1"/>
        </p:nvSpPr>
        <p:spPr>
          <a:xfrm>
            <a:off x="4064943" y="0"/>
            <a:ext cx="406213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 sz="3202" b="0" i="0" dirty="0">
              <a:latin typeface="Rag Sans-1.4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338BFC-6B97-B46C-96AF-DB1D2B6E4F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3889" y="547521"/>
            <a:ext cx="1444140" cy="518259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2B1961D4-1774-9163-578D-0E631B2DC7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7700" y="63563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</a:defRPr>
            </a:lvl1pPr>
          </a:lstStyle>
          <a:p>
            <a:fld id="{9FB0BDCA-0912-C24F-9493-1716EB5E5F7D}" type="datetime1">
              <a:rPr lang="en-US" smtClean="0"/>
              <a:pPr/>
              <a:t>1/12/2026</a:t>
            </a:fld>
            <a:endParaRPr lang="en-IL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F03998F-902D-DDF3-9A35-41707C4C3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71917" y="63563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  <a:cs typeface="Rag Sans-1.4" pitchFamily="2" charset="-79"/>
              </a:defRPr>
            </a:lvl1pPr>
          </a:lstStyle>
          <a:p>
            <a:pPr rtl="1"/>
            <a:r>
              <a:rPr lang="he-IL" dirty="0"/>
              <a:t>מגדל - שם מצגת</a:t>
            </a:r>
            <a:endParaRPr lang="en-IL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92F477A-249B-9F7E-A778-27727FED5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7" y="6356355"/>
            <a:ext cx="29575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</a:defRPr>
            </a:lvl1pPr>
          </a:lstStyle>
          <a:p>
            <a:fld id="{39E63E09-9051-724A-8F05-80D76DEF0990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542500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9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D8EA2-D553-887D-DA1A-AEDC2B17E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7700" y="63563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</a:defRPr>
            </a:lvl1pPr>
          </a:lstStyle>
          <a:p>
            <a:fld id="{9FB0BDCA-0912-C24F-9493-1716EB5E5F7D}" type="datetime1">
              <a:rPr lang="en-US" smtClean="0"/>
              <a:pPr/>
              <a:t>1/12/2026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5D8EC-077E-36BF-B15B-A4F52E67C0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71917" y="63563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  <a:cs typeface="Rag Sans-1.4" pitchFamily="2" charset="-79"/>
              </a:defRPr>
            </a:lvl1pPr>
          </a:lstStyle>
          <a:p>
            <a:pPr rtl="1"/>
            <a:r>
              <a:rPr lang="he-IL" dirty="0"/>
              <a:t>מגדל - שם מצגת</a:t>
            </a:r>
            <a:endParaRPr lang="en-I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FC3E4-B731-FE0F-B2C0-234026E8E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7" y="6356355"/>
            <a:ext cx="29575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</a:defRPr>
            </a:lvl1pPr>
          </a:lstStyle>
          <a:p>
            <a:fld id="{39E63E09-9051-724A-8F05-80D76DEF0990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21993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56" r:id="rId2"/>
    <p:sldLayoutId id="2147483657" r:id="rId3"/>
    <p:sldLayoutId id="2147483658" r:id="rId4"/>
    <p:sldLayoutId id="2147483649" r:id="rId5"/>
  </p:sldLayoutIdLst>
  <p:hf hdr="0"/>
  <p:txStyles>
    <p:titleStyle>
      <a:lvl1pPr algn="r" defTabSz="1625679" rtl="1" eaLnBrk="1" latinLnBrk="0" hangingPunct="1">
        <a:lnSpc>
          <a:spcPct val="90000"/>
        </a:lnSpc>
        <a:spcBef>
          <a:spcPct val="0"/>
        </a:spcBef>
        <a:buNone/>
        <a:defRPr sz="7822" b="1" i="0" kern="1200">
          <a:solidFill>
            <a:schemeClr val="tx1"/>
          </a:solidFill>
          <a:latin typeface="Rag Sans-1.4 Bold" pitchFamily="2" charset="-79"/>
          <a:ea typeface="+mj-ea"/>
          <a:cs typeface="Rag Sans-1.4 Bold" pitchFamily="2" charset="-79"/>
        </a:defRPr>
      </a:lvl1pPr>
    </p:titleStyle>
    <p:bodyStyle>
      <a:lvl1pPr marL="406421" indent="-406421" algn="r" defTabSz="1625679" rtl="1" eaLnBrk="1" latinLnBrk="0" hangingPunct="1">
        <a:lnSpc>
          <a:spcPct val="90000"/>
        </a:lnSpc>
        <a:spcBef>
          <a:spcPts val="1780"/>
        </a:spcBef>
        <a:buFont typeface="Arial" panose="020B0604020202020204" pitchFamily="34" charset="0"/>
        <a:buChar char="•"/>
        <a:defRPr sz="4978" b="0" i="0" kern="1200">
          <a:solidFill>
            <a:schemeClr val="tx1"/>
          </a:solidFill>
          <a:latin typeface="Rag Sans-1.4" pitchFamily="2" charset="-79"/>
          <a:ea typeface="+mn-ea"/>
          <a:cs typeface="+mn-cs"/>
        </a:defRPr>
      </a:lvl1pPr>
      <a:lvl2pPr marL="1219263" indent="-406421" algn="r" defTabSz="1625679" rtl="1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7" b="0" i="0" kern="1200">
          <a:solidFill>
            <a:schemeClr val="tx1"/>
          </a:solidFill>
          <a:latin typeface="Rag Sans-1.4" pitchFamily="2" charset="-79"/>
          <a:ea typeface="+mn-ea"/>
          <a:cs typeface="+mn-cs"/>
        </a:defRPr>
      </a:lvl2pPr>
      <a:lvl3pPr marL="2032104" indent="-406421" algn="r" defTabSz="1625679" rtl="1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6" b="0" i="0" kern="1200">
          <a:solidFill>
            <a:schemeClr val="tx1"/>
          </a:solidFill>
          <a:latin typeface="Rag Sans-1.4" pitchFamily="2" charset="-79"/>
          <a:ea typeface="+mn-ea"/>
          <a:cs typeface="+mn-cs"/>
        </a:defRPr>
      </a:lvl3pPr>
      <a:lvl4pPr marL="2844942" indent="-406421" algn="r" defTabSz="1625679" rtl="1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2" b="0" i="0" kern="1200">
          <a:solidFill>
            <a:schemeClr val="tx1"/>
          </a:solidFill>
          <a:latin typeface="Rag Sans-1.4" pitchFamily="2" charset="-79"/>
          <a:ea typeface="+mn-ea"/>
          <a:cs typeface="+mn-cs"/>
        </a:defRPr>
      </a:lvl4pPr>
      <a:lvl5pPr marL="3657784" indent="-406421" algn="r" defTabSz="1625679" rtl="1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2" b="0" i="0" kern="1200">
          <a:solidFill>
            <a:schemeClr val="tx1"/>
          </a:solidFill>
          <a:latin typeface="Rag Sans-1.4" pitchFamily="2" charset="-79"/>
          <a:ea typeface="+mn-ea"/>
          <a:cs typeface="+mn-cs"/>
        </a:defRPr>
      </a:lvl5pPr>
      <a:lvl6pPr marL="4470627" indent="-406421" algn="r" defTabSz="1625679" rtl="1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</a:defRPr>
      </a:lvl6pPr>
      <a:lvl7pPr marL="5283467" indent="-406421" algn="r" defTabSz="1625679" rtl="1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</a:defRPr>
      </a:lvl7pPr>
      <a:lvl8pPr marL="6096306" indent="-406421" algn="r" defTabSz="1625679" rtl="1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</a:defRPr>
      </a:lvl8pPr>
      <a:lvl9pPr marL="6909144" indent="-406421" algn="r" defTabSz="1625679" rtl="1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1625679" rtl="1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1pPr>
      <a:lvl2pPr marL="812839" algn="r" defTabSz="1625679" rtl="1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2pPr>
      <a:lvl3pPr marL="1625679" algn="r" defTabSz="1625679" rtl="1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3pPr>
      <a:lvl4pPr marL="2438525" algn="r" defTabSz="1625679" rtl="1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4pPr>
      <a:lvl5pPr marL="3251363" algn="r" defTabSz="1625679" rtl="1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5pPr>
      <a:lvl6pPr marL="4064202" algn="r" defTabSz="1625679" rtl="1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6pPr>
      <a:lvl7pPr marL="4877042" algn="r" defTabSz="1625679" rtl="1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7pPr>
      <a:lvl8pPr marL="5689888" algn="r" defTabSz="1625679" rtl="1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8pPr>
      <a:lvl9pPr marL="6502727" algn="r" defTabSz="1625679" rtl="1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pos="7287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AF898BD-7709-249C-2809-EB82632AC635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623889" y="547521"/>
            <a:ext cx="1444140" cy="51825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C24A2-A0A1-4AA4-4355-4066B8BD20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7700" y="63563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</a:defRPr>
            </a:lvl1pPr>
          </a:lstStyle>
          <a:p>
            <a:fld id="{9FB0BDCA-0912-C24F-9493-1716EB5E5F7D}" type="datetime1">
              <a:rPr lang="en-US" smtClean="0"/>
              <a:pPr/>
              <a:t>1/12/2026</a:t>
            </a:fld>
            <a:endParaRPr lang="en-IL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FAF97402-C47C-26D7-79D5-BBDD3E9D1D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71917" y="63563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  <a:cs typeface="Rag Sans-1.4" pitchFamily="2" charset="-79"/>
              </a:defRPr>
            </a:lvl1pPr>
          </a:lstStyle>
          <a:p>
            <a:pPr rtl="1"/>
            <a:r>
              <a:rPr lang="he-IL" dirty="0"/>
              <a:t>מגדל - שם מצגת</a:t>
            </a:r>
            <a:endParaRPr lang="en-IL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ABEE36D-B77B-C33C-26E2-98B1E454E8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7" y="6356355"/>
            <a:ext cx="29575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</a:defRPr>
            </a:lvl1pPr>
          </a:lstStyle>
          <a:p>
            <a:fld id="{39E63E09-9051-724A-8F05-80D76DEF0990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600228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2" r:id="rId2"/>
    <p:sldLayoutId id="2147483653" r:id="rId3"/>
    <p:sldLayoutId id="2147483651" r:id="rId4"/>
    <p:sldLayoutId id="2147483654" r:id="rId5"/>
    <p:sldLayoutId id="2147483662" r:id="rId6"/>
    <p:sldLayoutId id="2147483660" r:id="rId7"/>
    <p:sldLayoutId id="2147483659" r:id="rId8"/>
  </p:sldLayoutIdLst>
  <p:hf hdr="0"/>
  <p:txStyles>
    <p:titleStyle>
      <a:lvl1pPr algn="r" defTabSz="1625679" rtl="0" eaLnBrk="1" latinLnBrk="0" hangingPunct="1">
        <a:lnSpc>
          <a:spcPct val="90000"/>
        </a:lnSpc>
        <a:spcBef>
          <a:spcPct val="0"/>
        </a:spcBef>
        <a:buNone/>
        <a:defRPr sz="7822" b="1" i="0" kern="1200">
          <a:solidFill>
            <a:schemeClr val="tx1"/>
          </a:solidFill>
          <a:latin typeface="Rag Sans-1.4 Bold" pitchFamily="2" charset="-79"/>
          <a:ea typeface="+mj-ea"/>
          <a:cs typeface="Rag Sans-1.4 Bold" pitchFamily="2" charset="-79"/>
        </a:defRPr>
      </a:lvl1pPr>
    </p:titleStyle>
    <p:bodyStyle>
      <a:lvl1pPr marL="406421" indent="-406421" algn="r" defTabSz="1625679" rtl="1" eaLnBrk="1" latinLnBrk="0" hangingPunct="1">
        <a:lnSpc>
          <a:spcPct val="90000"/>
        </a:lnSpc>
        <a:spcBef>
          <a:spcPts val="1780"/>
        </a:spcBef>
        <a:buFont typeface="Arial" panose="020B0604020202020204" pitchFamily="34" charset="0"/>
        <a:buChar char="•"/>
        <a:defRPr sz="4978" b="0" i="0" kern="1200">
          <a:solidFill>
            <a:schemeClr val="tx1"/>
          </a:solidFill>
          <a:latin typeface="Rag Sans-1.4" pitchFamily="2" charset="-79"/>
          <a:ea typeface="+mn-ea"/>
          <a:cs typeface="+mn-cs"/>
        </a:defRPr>
      </a:lvl1pPr>
      <a:lvl2pPr marL="1219263" indent="-406421" algn="r" defTabSz="1625679" rtl="1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7" b="0" i="0" kern="1200">
          <a:solidFill>
            <a:schemeClr val="tx1"/>
          </a:solidFill>
          <a:latin typeface="Rag Sans-1.4" pitchFamily="2" charset="-79"/>
          <a:ea typeface="+mn-ea"/>
          <a:cs typeface="+mn-cs"/>
        </a:defRPr>
      </a:lvl2pPr>
      <a:lvl3pPr marL="2032104" indent="-406421" algn="r" defTabSz="1625679" rtl="1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6" b="0" i="0" kern="1200">
          <a:solidFill>
            <a:schemeClr val="tx1"/>
          </a:solidFill>
          <a:latin typeface="Rag Sans-1.4" pitchFamily="2" charset="-79"/>
          <a:ea typeface="+mn-ea"/>
          <a:cs typeface="+mn-cs"/>
        </a:defRPr>
      </a:lvl3pPr>
      <a:lvl4pPr marL="2844942" indent="-406421" algn="r" defTabSz="1625679" rtl="1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2" b="0" i="0" kern="1200">
          <a:solidFill>
            <a:schemeClr val="tx1"/>
          </a:solidFill>
          <a:latin typeface="Rag Sans-1.4" pitchFamily="2" charset="-79"/>
          <a:ea typeface="+mn-ea"/>
          <a:cs typeface="+mn-cs"/>
        </a:defRPr>
      </a:lvl4pPr>
      <a:lvl5pPr marL="3657784" indent="-406421" algn="r" defTabSz="1625679" rtl="1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2" b="0" i="0" kern="1200">
          <a:solidFill>
            <a:schemeClr val="tx1"/>
          </a:solidFill>
          <a:latin typeface="Rag Sans-1.4" pitchFamily="2" charset="-79"/>
          <a:ea typeface="+mn-ea"/>
          <a:cs typeface="+mn-cs"/>
        </a:defRPr>
      </a:lvl5pPr>
      <a:lvl6pPr marL="4470627" indent="-406421" algn="l" defTabSz="162567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</a:defRPr>
      </a:lvl6pPr>
      <a:lvl7pPr marL="5283467" indent="-406421" algn="l" defTabSz="162567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</a:defRPr>
      </a:lvl7pPr>
      <a:lvl8pPr marL="6096306" indent="-406421" algn="l" defTabSz="162567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</a:defRPr>
      </a:lvl8pPr>
      <a:lvl9pPr marL="6909144" indent="-406421" algn="l" defTabSz="162567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1625679" rtl="0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1pPr>
      <a:lvl2pPr marL="812839" algn="l" defTabSz="1625679" rtl="0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2pPr>
      <a:lvl3pPr marL="1625679" algn="l" defTabSz="1625679" rtl="0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3pPr>
      <a:lvl4pPr marL="2438525" algn="l" defTabSz="1625679" rtl="0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4pPr>
      <a:lvl5pPr marL="3251363" algn="l" defTabSz="1625679" rtl="0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5pPr>
      <a:lvl6pPr marL="4064202" algn="l" defTabSz="1625679" rtl="0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6pPr>
      <a:lvl7pPr marL="4877042" algn="l" defTabSz="1625679" rtl="0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7pPr>
      <a:lvl8pPr marL="5689888" algn="l" defTabSz="1625679" rtl="0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8pPr>
      <a:lvl9pPr marL="6502727" algn="l" defTabSz="1625679" rtl="0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pos="7287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700108-2463-875C-B68D-79AAA3A1D1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3889" y="547521"/>
            <a:ext cx="1444140" cy="51825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A7533-CE51-B64A-478B-0F402B966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7700" y="63563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</a:defRPr>
            </a:lvl1pPr>
          </a:lstStyle>
          <a:p>
            <a:fld id="{9FB0BDCA-0912-C24F-9493-1716EB5E5F7D}" type="datetime1">
              <a:rPr lang="en-US" smtClean="0"/>
              <a:pPr/>
              <a:t>1/12/2026</a:t>
            </a:fld>
            <a:endParaRPr lang="en-IL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7D88673-9E75-B7B7-C531-676C6C16D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71917" y="63563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  <a:cs typeface="Rag Sans-1.4" pitchFamily="2" charset="-79"/>
              </a:defRPr>
            </a:lvl1pPr>
          </a:lstStyle>
          <a:p>
            <a:pPr rtl="1"/>
            <a:r>
              <a:rPr lang="he-IL" dirty="0"/>
              <a:t>מגדל - שם מצגת</a:t>
            </a:r>
            <a:endParaRPr lang="en-IL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FCA14E8-3487-17B9-0166-A559AEE64C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7" y="6356355"/>
            <a:ext cx="29575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 b="0" i="0">
                <a:solidFill>
                  <a:schemeClr val="tx1">
                    <a:tint val="82000"/>
                  </a:schemeClr>
                </a:solidFill>
                <a:latin typeface="Rag Sans-1.4" pitchFamily="2" charset="-79"/>
              </a:defRPr>
            </a:lvl1pPr>
          </a:lstStyle>
          <a:p>
            <a:fld id="{39E63E09-9051-724A-8F05-80D76DEF0990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44176179"/>
      </p:ext>
    </p:extLst>
  </p:cSld>
  <p:clrMap bg1="lt1" tx1="dk1" bg2="lt2" tx2="dk2" accent1="accent1" accent2="accent2" accent3="accent3" accent4="accent4" accent5="accent5" accent6="accent6" hlink="hlink" folHlink="folHlink"/>
  <p:hf hdr="0"/>
  <p:txStyles>
    <p:titleStyle>
      <a:lvl1pPr algn="r" defTabSz="1625679" rtl="0" eaLnBrk="1" latinLnBrk="0" hangingPunct="1">
        <a:lnSpc>
          <a:spcPct val="90000"/>
        </a:lnSpc>
        <a:spcBef>
          <a:spcPct val="0"/>
        </a:spcBef>
        <a:buNone/>
        <a:defRPr sz="7822" b="1" i="0" kern="1200">
          <a:solidFill>
            <a:schemeClr val="tx1"/>
          </a:solidFill>
          <a:latin typeface="Rag Sans-1.4 Bold" pitchFamily="2" charset="-79"/>
          <a:ea typeface="+mj-ea"/>
          <a:cs typeface="Rag Sans-1.4 Bold" pitchFamily="2" charset="-79"/>
        </a:defRPr>
      </a:lvl1pPr>
    </p:titleStyle>
    <p:bodyStyle>
      <a:lvl1pPr marL="406421" indent="-406421" algn="r" defTabSz="1625679" rtl="1" eaLnBrk="1" latinLnBrk="0" hangingPunct="1">
        <a:lnSpc>
          <a:spcPct val="90000"/>
        </a:lnSpc>
        <a:spcBef>
          <a:spcPts val="1780"/>
        </a:spcBef>
        <a:buFont typeface="Arial" panose="020B0604020202020204" pitchFamily="34" charset="0"/>
        <a:buChar char="•"/>
        <a:defRPr sz="4978" b="0" i="0" kern="1200">
          <a:solidFill>
            <a:schemeClr val="tx1"/>
          </a:solidFill>
          <a:latin typeface="Rag Sans-1.4" pitchFamily="2" charset="-79"/>
          <a:ea typeface="+mn-ea"/>
          <a:cs typeface="+mn-cs"/>
        </a:defRPr>
      </a:lvl1pPr>
      <a:lvl2pPr marL="1219263" indent="-406421" algn="r" defTabSz="1625679" rtl="1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7" b="0" i="0" kern="1200">
          <a:solidFill>
            <a:schemeClr val="tx1"/>
          </a:solidFill>
          <a:latin typeface="Rag Sans-1.4" pitchFamily="2" charset="-79"/>
          <a:ea typeface="+mn-ea"/>
          <a:cs typeface="+mn-cs"/>
        </a:defRPr>
      </a:lvl2pPr>
      <a:lvl3pPr marL="2032104" indent="-406421" algn="r" defTabSz="1625679" rtl="1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6" b="0" i="0" kern="1200">
          <a:solidFill>
            <a:schemeClr val="tx1"/>
          </a:solidFill>
          <a:latin typeface="Rag Sans-1.4" pitchFamily="2" charset="-79"/>
          <a:ea typeface="+mn-ea"/>
          <a:cs typeface="+mn-cs"/>
        </a:defRPr>
      </a:lvl3pPr>
      <a:lvl4pPr marL="2844942" indent="-406421" algn="r" defTabSz="1625679" rtl="1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2" b="0" i="0" kern="1200">
          <a:solidFill>
            <a:schemeClr val="tx1"/>
          </a:solidFill>
          <a:latin typeface="Rag Sans-1.4" pitchFamily="2" charset="-79"/>
          <a:ea typeface="+mn-ea"/>
          <a:cs typeface="+mn-cs"/>
        </a:defRPr>
      </a:lvl4pPr>
      <a:lvl5pPr marL="3657784" indent="-406421" algn="r" defTabSz="1625679" rtl="1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2" b="0" i="0" kern="1200">
          <a:solidFill>
            <a:schemeClr val="tx1"/>
          </a:solidFill>
          <a:latin typeface="Rag Sans-1.4" pitchFamily="2" charset="-79"/>
          <a:ea typeface="+mn-ea"/>
          <a:cs typeface="+mn-cs"/>
        </a:defRPr>
      </a:lvl5pPr>
      <a:lvl6pPr marL="4470627" indent="-406421" algn="l" defTabSz="162567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</a:defRPr>
      </a:lvl6pPr>
      <a:lvl7pPr marL="5283467" indent="-406421" algn="l" defTabSz="162567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</a:defRPr>
      </a:lvl7pPr>
      <a:lvl8pPr marL="6096306" indent="-406421" algn="l" defTabSz="162567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</a:defRPr>
      </a:lvl8pPr>
      <a:lvl9pPr marL="6909144" indent="-406421" algn="l" defTabSz="1625679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1625679" rtl="0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1pPr>
      <a:lvl2pPr marL="812839" algn="l" defTabSz="1625679" rtl="0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2pPr>
      <a:lvl3pPr marL="1625679" algn="l" defTabSz="1625679" rtl="0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3pPr>
      <a:lvl4pPr marL="2438525" algn="l" defTabSz="1625679" rtl="0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4pPr>
      <a:lvl5pPr marL="3251363" algn="l" defTabSz="1625679" rtl="0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5pPr>
      <a:lvl6pPr marL="4064202" algn="l" defTabSz="1625679" rtl="0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6pPr>
      <a:lvl7pPr marL="4877042" algn="l" defTabSz="1625679" rtl="0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7pPr>
      <a:lvl8pPr marL="5689888" algn="l" defTabSz="1625679" rtl="0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8pPr>
      <a:lvl9pPr marL="6502727" algn="l" defTabSz="1625679" rtl="0" eaLnBrk="1" latinLnBrk="0" hangingPunct="1">
        <a:defRPr sz="320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pos="7287" userDrawn="1">
          <p15:clr>
            <a:srgbClr val="F26B43"/>
          </p15:clr>
        </p15:guide>
        <p15:guide id="3" orient="horz" pos="391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5">
            <a:extLst>
              <a:ext uri="{FF2B5EF4-FFF2-40B4-BE49-F238E27FC236}">
                <a16:creationId xmlns:a16="http://schemas.microsoft.com/office/drawing/2014/main" id="{C09497B0-468B-D52B-6E9E-F4F37F40B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403426"/>
              </p:ext>
            </p:extLst>
          </p:nvPr>
        </p:nvGraphicFramePr>
        <p:xfrm>
          <a:off x="3831605" y="537242"/>
          <a:ext cx="4864661" cy="11379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0682">
                  <a:extLst>
                    <a:ext uri="{9D8B030D-6E8A-4147-A177-3AD203B41FA5}">
                      <a16:colId xmlns:a16="http://schemas.microsoft.com/office/drawing/2014/main" val="2676483639"/>
                    </a:ext>
                  </a:extLst>
                </a:gridCol>
                <a:gridCol w="927379">
                  <a:extLst>
                    <a:ext uri="{9D8B030D-6E8A-4147-A177-3AD203B41FA5}">
                      <a16:colId xmlns:a16="http://schemas.microsoft.com/office/drawing/2014/main" val="1920339721"/>
                    </a:ext>
                  </a:extLst>
                </a:gridCol>
                <a:gridCol w="2196600">
                  <a:extLst>
                    <a:ext uri="{9D8B030D-6E8A-4147-A177-3AD203B41FA5}">
                      <a16:colId xmlns:a16="http://schemas.microsoft.com/office/drawing/2014/main" val="4227053688"/>
                    </a:ext>
                  </a:extLst>
                </a:gridCol>
              </a:tblGrid>
              <a:tr h="230990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chemeClr val="bg1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כתובת תיבה</a:t>
                      </a: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chemeClr val="bg1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שם תיבה</a:t>
                      </a: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6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chemeClr val="bg1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מוצר / שירות</a:t>
                      </a: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73982"/>
                  </a:ext>
                </a:extLst>
              </a:tr>
              <a:tr h="230990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migdal_hafakot@migdal.co.il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מגדל הפקות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הפקות כל המוצרים \ השלמת חוסרים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2103711"/>
                  </a:ext>
                </a:extLst>
              </a:tr>
              <a:tr h="230990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blmash@migdal.co.il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הצעות בלמ"ש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הפקות \ השלמת חוסרים משכנתה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701170"/>
                  </a:ext>
                </a:extLst>
              </a:tr>
              <a:tr h="230990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migdal_changes@migdal.co.il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מגדל שינויים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שינויים (מינויי סוכן, עדכון וכו')</a:t>
                      </a:r>
                      <a:endParaRPr lang="en-IL" sz="800" b="0" i="0" dirty="0">
                        <a:solidFill>
                          <a:srgbClr val="020140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6832645"/>
                  </a:ext>
                </a:extLst>
              </a:tr>
            </a:tbl>
          </a:graphicData>
        </a:graphic>
      </p:graphicFrame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3CDE3986-92E8-0657-8EEE-4C1836E1232A}"/>
              </a:ext>
            </a:extLst>
          </p:cNvPr>
          <p:cNvSpPr txBox="1"/>
          <p:nvPr/>
        </p:nvSpPr>
        <p:spPr>
          <a:xfrm>
            <a:off x="4592072" y="154801"/>
            <a:ext cx="295191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265"/>
              </a:spcAft>
            </a:pPr>
            <a:r>
              <a:rPr lang="he-IL" sz="1600" b="1" dirty="0">
                <a:solidFill>
                  <a:srgbClr val="3C65E3"/>
                </a:solidFill>
                <a:latin typeface="1_Migdal_RagSans" pitchFamily="2" charset="-79"/>
                <a:cs typeface="1_Migdal_RagSans" pitchFamily="2" charset="-79"/>
              </a:rPr>
              <a:t>לאן שולחים?</a:t>
            </a:r>
            <a:r>
              <a:rPr lang="he-IL" sz="1600" dirty="0">
                <a:solidFill>
                  <a:srgbClr val="3C65E3"/>
                </a:solidFill>
                <a:latin typeface="1_Migdal_RagSans" pitchFamily="2" charset="-79"/>
                <a:cs typeface="1_Migdal_RagSans" pitchFamily="2" charset="-79"/>
              </a:rPr>
              <a:t> הפקות / שינויים</a:t>
            </a:r>
          </a:p>
        </p:txBody>
      </p:sp>
      <p:graphicFrame>
        <p:nvGraphicFramePr>
          <p:cNvPr id="23" name="Table 5">
            <a:extLst>
              <a:ext uri="{FF2B5EF4-FFF2-40B4-BE49-F238E27FC236}">
                <a16:creationId xmlns:a16="http://schemas.microsoft.com/office/drawing/2014/main" id="{CE9EA1E4-8ABC-691A-3264-A3EBEC6250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899663"/>
              </p:ext>
            </p:extLst>
          </p:nvPr>
        </p:nvGraphicFramePr>
        <p:xfrm>
          <a:off x="6333359" y="3846710"/>
          <a:ext cx="5634523" cy="8942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8230">
                  <a:extLst>
                    <a:ext uri="{9D8B030D-6E8A-4147-A177-3AD203B41FA5}">
                      <a16:colId xmlns:a16="http://schemas.microsoft.com/office/drawing/2014/main" val="3905589658"/>
                    </a:ext>
                  </a:extLst>
                </a:gridCol>
                <a:gridCol w="935971">
                  <a:extLst>
                    <a:ext uri="{9D8B030D-6E8A-4147-A177-3AD203B41FA5}">
                      <a16:colId xmlns:a16="http://schemas.microsoft.com/office/drawing/2014/main" val="830472519"/>
                    </a:ext>
                  </a:extLst>
                </a:gridCol>
                <a:gridCol w="1431681">
                  <a:extLst>
                    <a:ext uri="{9D8B030D-6E8A-4147-A177-3AD203B41FA5}">
                      <a16:colId xmlns:a16="http://schemas.microsoft.com/office/drawing/2014/main" val="2676483639"/>
                    </a:ext>
                  </a:extLst>
                </a:gridCol>
                <a:gridCol w="896167">
                  <a:extLst>
                    <a:ext uri="{9D8B030D-6E8A-4147-A177-3AD203B41FA5}">
                      <a16:colId xmlns:a16="http://schemas.microsoft.com/office/drawing/2014/main" val="1920339721"/>
                    </a:ext>
                  </a:extLst>
                </a:gridCol>
                <a:gridCol w="1452474">
                  <a:extLst>
                    <a:ext uri="{9D8B030D-6E8A-4147-A177-3AD203B41FA5}">
                      <a16:colId xmlns:a16="http://schemas.microsoft.com/office/drawing/2014/main" val="4227053688"/>
                    </a:ext>
                  </a:extLst>
                </a:gridCol>
              </a:tblGrid>
              <a:tr h="298071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chemeClr val="bg1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טלפון נייד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chemeClr val="bg1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טלפון משרד</a:t>
                      </a:r>
                      <a:endParaRPr lang="en-IL" sz="800" b="0" i="0" kern="1200" dirty="0">
                        <a:solidFill>
                          <a:schemeClr val="bg1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chemeClr val="bg1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כתובת מייל</a:t>
                      </a: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chemeClr val="bg1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שם</a:t>
                      </a: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6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chemeClr val="bg1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תפקיד</a:t>
                      </a: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73982"/>
                  </a:ext>
                </a:extLst>
              </a:tr>
              <a:tr h="298071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>
                          <a:solidFill>
                            <a:srgbClr val="020140"/>
                          </a:solidFill>
                          <a:highlight>
                            <a:srgbClr val="FFFF00"/>
                          </a:highlight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‎</a:t>
                      </a:r>
                      <a:r>
                        <a:rPr lang="he-IL" sz="800" b="0" i="0" kern="120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‎‎0768866205‏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highlight>
                          <a:srgbClr val="FFFF00"/>
                        </a:highlight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dvoraz@migdal.co.il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highlight>
                          <a:srgbClr val="FFFF00"/>
                        </a:highlight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highlight>
                            <a:srgbClr val="FFFF00"/>
                          </a:highlight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דבורה זאבי 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highlight>
                          <a:srgbClr val="FFFF00"/>
                        </a:highlight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highlight>
                            <a:srgbClr val="FFFF00"/>
                          </a:highlight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רפרנטית הפקות + שינויים</a:t>
                      </a:r>
                      <a:endParaRPr lang="en-IL" sz="800" b="0" i="0" dirty="0">
                        <a:solidFill>
                          <a:srgbClr val="020140"/>
                        </a:solidFill>
                        <a:highlight>
                          <a:srgbClr val="FFFF00"/>
                        </a:highlight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701170"/>
                  </a:ext>
                </a:extLst>
              </a:tr>
              <a:tr h="298071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‎050-9437910‏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‎‎076-8866321‏‏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liatben@migdal.co.il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ליאת בן שבת 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rgbClr val="020140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ראש צוות הפקות + שינויים</a:t>
                      </a:r>
                      <a:endParaRPr lang="en-IL" sz="800" b="0" i="0" dirty="0">
                        <a:solidFill>
                          <a:srgbClr val="020140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5292479"/>
                  </a:ext>
                </a:extLst>
              </a:tr>
            </a:tbl>
          </a:graphicData>
        </a:graphic>
      </p:graphicFrame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BC33B3A3-AEE9-2018-236B-891030469B0F}"/>
              </a:ext>
            </a:extLst>
          </p:cNvPr>
          <p:cNvSpPr txBox="1"/>
          <p:nvPr/>
        </p:nvSpPr>
        <p:spPr>
          <a:xfrm>
            <a:off x="7641684" y="3485432"/>
            <a:ext cx="359109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265"/>
              </a:spcAft>
            </a:pPr>
            <a:r>
              <a:rPr lang="he-IL" sz="1600" b="1" dirty="0">
                <a:solidFill>
                  <a:srgbClr val="3C65E3"/>
                </a:solidFill>
                <a:latin typeface="1_Migdal_RagSans" pitchFamily="2" charset="-79"/>
                <a:cs typeface="1_Migdal_RagSans" pitchFamily="2" charset="-79"/>
              </a:rPr>
              <a:t>בריאות – </a:t>
            </a:r>
            <a:r>
              <a:rPr lang="he-IL" sz="1600" dirty="0">
                <a:solidFill>
                  <a:srgbClr val="3C65E3"/>
                </a:solidFill>
                <a:latin typeface="1_Migdal_RagSans" pitchFamily="2" charset="-79"/>
                <a:cs typeface="1_Migdal_RagSans" pitchFamily="2" charset="-79"/>
              </a:rPr>
              <a:t>הפקות חדשות + שינויים</a:t>
            </a:r>
          </a:p>
        </p:txBody>
      </p:sp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0876A049-44AA-089B-E198-1B2D161F8C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207125"/>
              </p:ext>
            </p:extLst>
          </p:nvPr>
        </p:nvGraphicFramePr>
        <p:xfrm>
          <a:off x="6315002" y="1997379"/>
          <a:ext cx="5414166" cy="125985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1924">
                  <a:extLst>
                    <a:ext uri="{9D8B030D-6E8A-4147-A177-3AD203B41FA5}">
                      <a16:colId xmlns:a16="http://schemas.microsoft.com/office/drawing/2014/main" val="3905589658"/>
                    </a:ext>
                  </a:extLst>
                </a:gridCol>
                <a:gridCol w="901301">
                  <a:extLst>
                    <a:ext uri="{9D8B030D-6E8A-4147-A177-3AD203B41FA5}">
                      <a16:colId xmlns:a16="http://schemas.microsoft.com/office/drawing/2014/main" val="830472519"/>
                    </a:ext>
                  </a:extLst>
                </a:gridCol>
                <a:gridCol w="1523629">
                  <a:extLst>
                    <a:ext uri="{9D8B030D-6E8A-4147-A177-3AD203B41FA5}">
                      <a16:colId xmlns:a16="http://schemas.microsoft.com/office/drawing/2014/main" val="2676483639"/>
                    </a:ext>
                  </a:extLst>
                </a:gridCol>
                <a:gridCol w="826192">
                  <a:extLst>
                    <a:ext uri="{9D8B030D-6E8A-4147-A177-3AD203B41FA5}">
                      <a16:colId xmlns:a16="http://schemas.microsoft.com/office/drawing/2014/main" val="1920339721"/>
                    </a:ext>
                  </a:extLst>
                </a:gridCol>
                <a:gridCol w="1271120">
                  <a:extLst>
                    <a:ext uri="{9D8B030D-6E8A-4147-A177-3AD203B41FA5}">
                      <a16:colId xmlns:a16="http://schemas.microsoft.com/office/drawing/2014/main" val="4227053688"/>
                    </a:ext>
                  </a:extLst>
                </a:gridCol>
              </a:tblGrid>
              <a:tr h="241936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chemeClr val="bg1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טלפון נייד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chemeClr val="bg1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טלפון משרד</a:t>
                      </a:r>
                      <a:endParaRPr lang="en-IL" sz="800" b="0" i="0" kern="1200" dirty="0">
                        <a:solidFill>
                          <a:schemeClr val="bg1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chemeClr val="bg1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כתובת מייל</a:t>
                      </a: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chemeClr val="bg1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שם</a:t>
                      </a: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6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chemeClr val="bg1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תפקיד</a:t>
                      </a: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73982"/>
                  </a:ext>
                </a:extLst>
              </a:tr>
              <a:tr h="326866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L" sz="800" b="0" i="0" kern="1200" dirty="0">
                        <a:solidFill>
                          <a:schemeClr val="bg1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1200" dirty="0">
                          <a:solidFill>
                            <a:srgbClr val="020140"/>
                          </a:solidFill>
                          <a:highlight>
                            <a:srgbClr val="FFFF00"/>
                          </a:highlight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‎‏</a:t>
                      </a:r>
                      <a:r>
                        <a:rPr lang="en-US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‎‏‎076-8867385‏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highlight>
                          <a:srgbClr val="FFFF00"/>
                        </a:highlight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oritelk@migdal.co.il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highlight>
                          <a:srgbClr val="FFFF00"/>
                        </a:highlight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highlight>
                            <a:srgbClr val="FFFF00"/>
                          </a:highlight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אורית אלקובי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highlight>
                          <a:srgbClr val="FFFF00"/>
                        </a:highlight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highlight>
                            <a:srgbClr val="FFFF00"/>
                          </a:highlight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מפיקה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highlight>
                          <a:srgbClr val="FFFF00"/>
                        </a:highlight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2103711"/>
                  </a:ext>
                </a:extLst>
              </a:tr>
              <a:tr h="241936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‎052-4286589‏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‎076-8866854‏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dassik@migdal.co.il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דסי קיסנר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ראש צוות הפקות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915523"/>
                  </a:ext>
                </a:extLst>
              </a:tr>
              <a:tr h="241936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‎‏‎‏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‎‏‎‏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sochnim@migdal.co.il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rgbClr val="020140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שירות לסוכן </a:t>
                      </a:r>
                      <a:endParaRPr lang="en-IL" sz="800" b="0" i="0" dirty="0">
                        <a:solidFill>
                          <a:srgbClr val="020140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701170"/>
                  </a:ext>
                </a:extLst>
              </a:tr>
            </a:tbl>
          </a:graphicData>
        </a:graphic>
      </p:graphicFrame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9ED46C74-E671-51C9-0CF0-48F5ADF21336}"/>
              </a:ext>
            </a:extLst>
          </p:cNvPr>
          <p:cNvSpPr txBox="1"/>
          <p:nvPr/>
        </p:nvSpPr>
        <p:spPr>
          <a:xfrm>
            <a:off x="7111601" y="1633972"/>
            <a:ext cx="376726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265"/>
              </a:spcAft>
            </a:pPr>
            <a:r>
              <a:rPr lang="he-IL" sz="1600" b="1" dirty="0">
                <a:solidFill>
                  <a:srgbClr val="3C65E3"/>
                </a:solidFill>
                <a:latin typeface="1_Migdal_RagSans" pitchFamily="2" charset="-79"/>
                <a:cs typeface="1_Migdal_RagSans" pitchFamily="2" charset="-79"/>
              </a:rPr>
              <a:t>חיים / פנסיה / פוליסת חסכון – </a:t>
            </a:r>
            <a:r>
              <a:rPr lang="he-IL" sz="1600" dirty="0">
                <a:solidFill>
                  <a:srgbClr val="3C65E3"/>
                </a:solidFill>
                <a:latin typeface="1_Migdal_RagSans" pitchFamily="2" charset="-79"/>
                <a:cs typeface="1_Migdal_RagSans" pitchFamily="2" charset="-79"/>
              </a:rPr>
              <a:t>הפקות + שינויים</a:t>
            </a:r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024276A0-0B4F-ED70-6735-B4E66CA3D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113315"/>
              </p:ext>
            </p:extLst>
          </p:nvPr>
        </p:nvGraphicFramePr>
        <p:xfrm>
          <a:off x="512346" y="1992659"/>
          <a:ext cx="5414165" cy="11379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0600">
                  <a:extLst>
                    <a:ext uri="{9D8B030D-6E8A-4147-A177-3AD203B41FA5}">
                      <a16:colId xmlns:a16="http://schemas.microsoft.com/office/drawing/2014/main" val="3905589658"/>
                    </a:ext>
                  </a:extLst>
                </a:gridCol>
                <a:gridCol w="854279">
                  <a:extLst>
                    <a:ext uri="{9D8B030D-6E8A-4147-A177-3AD203B41FA5}">
                      <a16:colId xmlns:a16="http://schemas.microsoft.com/office/drawing/2014/main" val="2733833635"/>
                    </a:ext>
                  </a:extLst>
                </a:gridCol>
                <a:gridCol w="1320229">
                  <a:extLst>
                    <a:ext uri="{9D8B030D-6E8A-4147-A177-3AD203B41FA5}">
                      <a16:colId xmlns:a16="http://schemas.microsoft.com/office/drawing/2014/main" val="2676483639"/>
                    </a:ext>
                  </a:extLst>
                </a:gridCol>
                <a:gridCol w="224873">
                  <a:extLst>
                    <a:ext uri="{9D8B030D-6E8A-4147-A177-3AD203B41FA5}">
                      <a16:colId xmlns:a16="http://schemas.microsoft.com/office/drawing/2014/main" val="1583688354"/>
                    </a:ext>
                  </a:extLst>
                </a:gridCol>
                <a:gridCol w="765298">
                  <a:extLst>
                    <a:ext uri="{9D8B030D-6E8A-4147-A177-3AD203B41FA5}">
                      <a16:colId xmlns:a16="http://schemas.microsoft.com/office/drawing/2014/main" val="1920339721"/>
                    </a:ext>
                  </a:extLst>
                </a:gridCol>
                <a:gridCol w="1318886">
                  <a:extLst>
                    <a:ext uri="{9D8B030D-6E8A-4147-A177-3AD203B41FA5}">
                      <a16:colId xmlns:a16="http://schemas.microsoft.com/office/drawing/2014/main" val="4227053688"/>
                    </a:ext>
                  </a:extLst>
                </a:gridCol>
              </a:tblGrid>
              <a:tr h="251456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chemeClr val="bg1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טלפון נייד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chemeClr val="bg1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טלפון משרד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chemeClr val="bg1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כתובת מייל</a:t>
                      </a: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chemeClr val="bg1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שם</a:t>
                      </a: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6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chemeClr val="bg1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תפקיד</a:t>
                      </a: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73982"/>
                  </a:ext>
                </a:extLst>
              </a:tr>
              <a:tr h="251456">
                <a:tc gridSpan="2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1200" dirty="0">
                          <a:solidFill>
                            <a:srgbClr val="020140"/>
                          </a:solidFill>
                          <a:highlight>
                            <a:srgbClr val="FFFF00"/>
                          </a:highlight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076-8867755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highlight>
                          <a:srgbClr val="FFFF00"/>
                        </a:highlight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highlight>
                            <a:srgbClr val="FFFF00"/>
                          </a:highlight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vipdesk_tst@migdal.co.il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L" sz="10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rgbClr val="020140"/>
                          </a:solidFill>
                          <a:highlight>
                            <a:srgbClr val="FFFF00"/>
                          </a:highlight>
                          <a:latin typeface="1_Migdal_RagSans" pitchFamily="2" charset="-79"/>
                          <a:cs typeface="1_Migdal_RagSans" pitchFamily="2" charset="-79"/>
                        </a:rPr>
                        <a:t>דסק פיננסים</a:t>
                      </a:r>
                      <a:endParaRPr lang="en-IL" sz="800" b="0" i="0" dirty="0">
                        <a:solidFill>
                          <a:srgbClr val="020140"/>
                        </a:solidFill>
                        <a:highlight>
                          <a:srgbClr val="FFFF00"/>
                        </a:highlight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2103711"/>
                  </a:ext>
                </a:extLst>
              </a:tr>
              <a:tr h="251456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‎052-3816865‏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‎03-9201034‏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hadare@migdal.co.il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הדר אליאס 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ורד נחאיסי</a:t>
                      </a:r>
                      <a:endParaRPr lang="en-IL" sz="10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rgbClr val="020140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ראש צוות  פיננסים</a:t>
                      </a:r>
                      <a:endParaRPr lang="en-IL" sz="800" b="0" i="0" dirty="0">
                        <a:solidFill>
                          <a:srgbClr val="020140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915523"/>
                  </a:ext>
                </a:extLst>
              </a:tr>
              <a:tr h="251456">
                <a:tc gridSpan="2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1200" dirty="0">
                          <a:solidFill>
                            <a:srgbClr val="020140"/>
                          </a:solidFill>
                          <a:highlight>
                            <a:srgbClr val="FFFF00"/>
                          </a:highlight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076-8865040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highlight>
                          <a:srgbClr val="FFFF00"/>
                        </a:highlight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highlight>
                            <a:srgbClr val="FFFF00"/>
                          </a:highlight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sherut_niud@migdal.co.il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L" sz="10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rgbClr val="020140"/>
                          </a:solidFill>
                          <a:highlight>
                            <a:srgbClr val="FFFF00"/>
                          </a:highlight>
                          <a:latin typeface="1_Migdal_RagSans" pitchFamily="2" charset="-79"/>
                          <a:cs typeface="1_Migdal_RagSans" pitchFamily="2" charset="-79"/>
                        </a:rPr>
                        <a:t>שירות ניוד (כל המוצרים)</a:t>
                      </a:r>
                      <a:endParaRPr lang="en-IL" sz="800" b="0" i="0" dirty="0">
                        <a:solidFill>
                          <a:srgbClr val="020140"/>
                        </a:solidFill>
                        <a:highlight>
                          <a:srgbClr val="FFFF00"/>
                        </a:highlight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701170"/>
                  </a:ext>
                </a:extLst>
              </a:tr>
            </a:tbl>
          </a:graphicData>
        </a:graphic>
      </p:graphicFrame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3EEADF49-72CF-1F40-F8A3-E08686818490}"/>
              </a:ext>
            </a:extLst>
          </p:cNvPr>
          <p:cNvSpPr txBox="1"/>
          <p:nvPr/>
        </p:nvSpPr>
        <p:spPr>
          <a:xfrm>
            <a:off x="1164661" y="1634143"/>
            <a:ext cx="391478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265"/>
              </a:spcAft>
            </a:pPr>
            <a:r>
              <a:rPr lang="he-IL" sz="1600" b="1" dirty="0">
                <a:solidFill>
                  <a:srgbClr val="3C65E3"/>
                </a:solidFill>
                <a:latin typeface="1_Migdal_RagSans" pitchFamily="2" charset="-79"/>
                <a:cs typeface="1_Migdal_RagSans" pitchFamily="2" charset="-79"/>
              </a:rPr>
              <a:t>פיננסים – </a:t>
            </a:r>
            <a:r>
              <a:rPr lang="he-IL" sz="1600" dirty="0">
                <a:solidFill>
                  <a:srgbClr val="3C65E3"/>
                </a:solidFill>
                <a:latin typeface="1_Migdal_RagSans" pitchFamily="2" charset="-79"/>
                <a:cs typeface="1_Migdal_RagSans" pitchFamily="2" charset="-79"/>
              </a:rPr>
              <a:t>הפקות + שינויים -  גמל / השתלמות</a:t>
            </a: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852A33A1-A317-FBBB-1893-7EC0F6F71A7F}"/>
              </a:ext>
            </a:extLst>
          </p:cNvPr>
          <p:cNvSpPr txBox="1"/>
          <p:nvPr/>
        </p:nvSpPr>
        <p:spPr>
          <a:xfrm>
            <a:off x="7593444" y="4569943"/>
            <a:ext cx="28035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265"/>
              </a:spcAft>
            </a:pPr>
            <a:r>
              <a:rPr lang="he-IL" sz="1600" b="1" dirty="0">
                <a:solidFill>
                  <a:srgbClr val="3C65E3"/>
                </a:solidFill>
                <a:latin typeface="1_Migdal_RagSans" pitchFamily="2" charset="-79"/>
                <a:cs typeface="1_Migdal_RagSans" pitchFamily="2" charset="-79"/>
              </a:rPr>
              <a:t>משכנתה – </a:t>
            </a:r>
            <a:r>
              <a:rPr lang="he-IL" sz="1600" dirty="0">
                <a:solidFill>
                  <a:srgbClr val="3C65E3"/>
                </a:solidFill>
                <a:latin typeface="1_Migdal_RagSans" pitchFamily="2" charset="-79"/>
                <a:cs typeface="1_Migdal_RagSans" pitchFamily="2" charset="-79"/>
              </a:rPr>
              <a:t>הפקות + שינויים</a:t>
            </a:r>
          </a:p>
        </p:txBody>
      </p:sp>
      <p:graphicFrame>
        <p:nvGraphicFramePr>
          <p:cNvPr id="15" name="Table 5">
            <a:extLst>
              <a:ext uri="{FF2B5EF4-FFF2-40B4-BE49-F238E27FC236}">
                <a16:creationId xmlns:a16="http://schemas.microsoft.com/office/drawing/2014/main" id="{52D904ED-9875-6939-C982-83F91F990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7550"/>
              </p:ext>
            </p:extLst>
          </p:nvPr>
        </p:nvGraphicFramePr>
        <p:xfrm>
          <a:off x="6333359" y="4947430"/>
          <a:ext cx="5418749" cy="89650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1679">
                  <a:extLst>
                    <a:ext uri="{9D8B030D-6E8A-4147-A177-3AD203B41FA5}">
                      <a16:colId xmlns:a16="http://schemas.microsoft.com/office/drawing/2014/main" val="3905589658"/>
                    </a:ext>
                  </a:extLst>
                </a:gridCol>
                <a:gridCol w="208663">
                  <a:extLst>
                    <a:ext uri="{9D8B030D-6E8A-4147-A177-3AD203B41FA5}">
                      <a16:colId xmlns:a16="http://schemas.microsoft.com/office/drawing/2014/main" val="830472519"/>
                    </a:ext>
                  </a:extLst>
                </a:gridCol>
                <a:gridCol w="898015">
                  <a:extLst>
                    <a:ext uri="{9D8B030D-6E8A-4147-A177-3AD203B41FA5}">
                      <a16:colId xmlns:a16="http://schemas.microsoft.com/office/drawing/2014/main" val="1189510677"/>
                    </a:ext>
                  </a:extLst>
                </a:gridCol>
                <a:gridCol w="208663">
                  <a:extLst>
                    <a:ext uri="{9D8B030D-6E8A-4147-A177-3AD203B41FA5}">
                      <a16:colId xmlns:a16="http://schemas.microsoft.com/office/drawing/2014/main" val="2676483639"/>
                    </a:ext>
                  </a:extLst>
                </a:gridCol>
                <a:gridCol w="1078663">
                  <a:extLst>
                    <a:ext uri="{9D8B030D-6E8A-4147-A177-3AD203B41FA5}">
                      <a16:colId xmlns:a16="http://schemas.microsoft.com/office/drawing/2014/main" val="2707056016"/>
                    </a:ext>
                  </a:extLst>
                </a:gridCol>
                <a:gridCol w="203907">
                  <a:extLst>
                    <a:ext uri="{9D8B030D-6E8A-4147-A177-3AD203B41FA5}">
                      <a16:colId xmlns:a16="http://schemas.microsoft.com/office/drawing/2014/main" val="1920339721"/>
                    </a:ext>
                  </a:extLst>
                </a:gridCol>
                <a:gridCol w="828724">
                  <a:extLst>
                    <a:ext uri="{9D8B030D-6E8A-4147-A177-3AD203B41FA5}">
                      <a16:colId xmlns:a16="http://schemas.microsoft.com/office/drawing/2014/main" val="2145141064"/>
                    </a:ext>
                  </a:extLst>
                </a:gridCol>
                <a:gridCol w="1120435">
                  <a:extLst>
                    <a:ext uri="{9D8B030D-6E8A-4147-A177-3AD203B41FA5}">
                      <a16:colId xmlns:a16="http://schemas.microsoft.com/office/drawing/2014/main" val="4227053688"/>
                    </a:ext>
                  </a:extLst>
                </a:gridCol>
              </a:tblGrid>
              <a:tr h="327535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chemeClr val="bg1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טלפון נייד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chemeClr val="bg1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טלפון משרד</a:t>
                      </a:r>
                      <a:endParaRPr lang="en-IL" sz="800" b="0" i="0" kern="1200" dirty="0">
                        <a:solidFill>
                          <a:schemeClr val="bg1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L" sz="1000" b="0" i="0" kern="1200" dirty="0">
                        <a:solidFill>
                          <a:schemeClr val="bg1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chemeClr val="bg1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כתובת מייל</a:t>
                      </a: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L" sz="10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chemeClr val="bg1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שם</a:t>
                      </a: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65E3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L" sz="10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6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chemeClr val="bg1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תפקיד</a:t>
                      </a: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73982"/>
                  </a:ext>
                </a:extLst>
              </a:tr>
              <a:tr h="225449">
                <a:tc gridSpan="7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0" i="0" kern="1200" dirty="0">
                          <a:solidFill>
                            <a:srgbClr val="020140"/>
                          </a:solidFill>
                          <a:highlight>
                            <a:srgbClr val="FFFF00"/>
                          </a:highlight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076-8865544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highlight>
                          <a:srgbClr val="FFFF00"/>
                        </a:highlight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L" sz="10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L" sz="10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L" sz="10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T="45721" marB="45721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L" sz="10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rgbClr val="020140"/>
                          </a:solidFill>
                          <a:highlight>
                            <a:srgbClr val="FFFF00"/>
                          </a:highlight>
                          <a:latin typeface="1_Migdal_RagSans" pitchFamily="2" charset="-79"/>
                          <a:cs typeface="1_Migdal_RagSans" pitchFamily="2" charset="-79"/>
                        </a:rPr>
                        <a:t>מוקד משכנתה</a:t>
                      </a:r>
                      <a:endParaRPr lang="en-IL" sz="800" b="0" i="0" dirty="0">
                        <a:solidFill>
                          <a:srgbClr val="020140"/>
                        </a:solidFill>
                        <a:highlight>
                          <a:srgbClr val="FFFF00"/>
                        </a:highlight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2103711"/>
                  </a:ext>
                </a:extLst>
              </a:tr>
              <a:tr h="225449">
                <a:tc gridSpan="2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‎‎054-6444934‏‏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10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‎076-8866141‏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‎076-8866141‏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10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‎076-8866141‏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rtl="1"/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anatbic@migdal.co.il</a:t>
                      </a:r>
                      <a:endParaRPr lang="he-IL" sz="800" dirty="0"/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0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ענת ביצ'ה</a:t>
                      </a:r>
                      <a:endParaRPr lang="en-IL" sz="10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ענת ביצ'ה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rgbClr val="020140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ראש צוות משכנתה</a:t>
                      </a:r>
                      <a:endParaRPr lang="en-IL" sz="800" b="0" i="0" dirty="0">
                        <a:solidFill>
                          <a:srgbClr val="020140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915523"/>
                  </a:ext>
                </a:extLst>
              </a:tr>
            </a:tbl>
          </a:graphicData>
        </a:graphic>
      </p:graphicFrame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674F1C29-530D-E49D-7DF3-0CA56C1846EE}"/>
              </a:ext>
            </a:extLst>
          </p:cNvPr>
          <p:cNvSpPr txBox="1"/>
          <p:nvPr/>
        </p:nvSpPr>
        <p:spPr>
          <a:xfrm>
            <a:off x="2678126" y="3032556"/>
            <a:ext cx="850757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265"/>
              </a:spcAft>
            </a:pPr>
            <a:r>
              <a:rPr lang="he-IL" sz="1600" b="1" dirty="0">
                <a:solidFill>
                  <a:srgbClr val="3C65E3"/>
                </a:solidFill>
                <a:latin typeface="1_Migdal_RagSans" pitchFamily="2" charset="-79"/>
                <a:cs typeface="1_Migdal_RagSans" pitchFamily="2" charset="-79"/>
              </a:rPr>
              <a:t>חיתום</a:t>
            </a:r>
            <a:endParaRPr lang="he-IL" sz="1600" dirty="0">
              <a:solidFill>
                <a:srgbClr val="3C65E3"/>
              </a:solidFill>
              <a:latin typeface="1_Migdal_RagSans" pitchFamily="2" charset="-79"/>
              <a:cs typeface="1_Migdal_RagSans" pitchFamily="2" charset="-79"/>
            </a:endParaRPr>
          </a:p>
        </p:txBody>
      </p:sp>
      <p:pic>
        <p:nvPicPr>
          <p:cNvPr id="20" name="Picture 10">
            <a:extLst>
              <a:ext uri="{FF2B5EF4-FFF2-40B4-BE49-F238E27FC236}">
                <a16:creationId xmlns:a16="http://schemas.microsoft.com/office/drawing/2014/main" id="{0B374AE1-20B5-C2CA-9E7E-17C541346B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18" y="144979"/>
            <a:ext cx="1286432" cy="515873"/>
          </a:xfrm>
          <a:prstGeom prst="rect">
            <a:avLst/>
          </a:prstGeom>
        </p:spPr>
      </p:pic>
      <p:graphicFrame>
        <p:nvGraphicFramePr>
          <p:cNvPr id="26" name="Table 5">
            <a:extLst>
              <a:ext uri="{FF2B5EF4-FFF2-40B4-BE49-F238E27FC236}">
                <a16:creationId xmlns:a16="http://schemas.microsoft.com/office/drawing/2014/main" id="{67FAE31A-ABF2-4C6B-224C-2D6534500E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692611"/>
              </p:ext>
            </p:extLst>
          </p:nvPr>
        </p:nvGraphicFramePr>
        <p:xfrm>
          <a:off x="512346" y="4652566"/>
          <a:ext cx="5436510" cy="115382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88933">
                  <a:extLst>
                    <a:ext uri="{9D8B030D-6E8A-4147-A177-3AD203B41FA5}">
                      <a16:colId xmlns:a16="http://schemas.microsoft.com/office/drawing/2014/main" val="3905589658"/>
                    </a:ext>
                  </a:extLst>
                </a:gridCol>
                <a:gridCol w="1753224">
                  <a:extLst>
                    <a:ext uri="{9D8B030D-6E8A-4147-A177-3AD203B41FA5}">
                      <a16:colId xmlns:a16="http://schemas.microsoft.com/office/drawing/2014/main" val="2676483639"/>
                    </a:ext>
                  </a:extLst>
                </a:gridCol>
                <a:gridCol w="1167129">
                  <a:extLst>
                    <a:ext uri="{9D8B030D-6E8A-4147-A177-3AD203B41FA5}">
                      <a16:colId xmlns:a16="http://schemas.microsoft.com/office/drawing/2014/main" val="1920339721"/>
                    </a:ext>
                  </a:extLst>
                </a:gridCol>
                <a:gridCol w="1227224">
                  <a:extLst>
                    <a:ext uri="{9D8B030D-6E8A-4147-A177-3AD203B41FA5}">
                      <a16:colId xmlns:a16="http://schemas.microsoft.com/office/drawing/2014/main" val="4227053688"/>
                    </a:ext>
                  </a:extLst>
                </a:gridCol>
              </a:tblGrid>
              <a:tr h="265640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chemeClr val="bg1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טלפון נייד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chemeClr val="bg1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כתובת מייל</a:t>
                      </a: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chemeClr val="bg1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שם</a:t>
                      </a: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6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chemeClr val="bg1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תפקיד</a:t>
                      </a: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73982"/>
                  </a:ext>
                </a:extLst>
              </a:tr>
              <a:tr h="265640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chemeClr val="bg1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‎‎</a:t>
                      </a:r>
                      <a:r>
                        <a:rPr lang="en-IL" sz="800" b="0" i="0" kern="1200" dirty="0">
                          <a:solidFill>
                            <a:schemeClr val="tx2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052-8799998‏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zivha@migdal.co.il‎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זיו הדר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חיים ובריאות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2103711"/>
                  </a:ext>
                </a:extLst>
              </a:tr>
              <a:tr h="265640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‎‎054-3192064‏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chengr@migdal.co.il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חן גרין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חא"ט ופיננסים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1915523"/>
                  </a:ext>
                </a:extLst>
              </a:tr>
              <a:tr h="300372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‎052-5231717‏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alonp@migdal.co.il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אלון פרלמוטר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rgbClr val="020140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אחראי מקצועי חא"ט</a:t>
                      </a:r>
                      <a:endParaRPr lang="en-IL" sz="800" b="0" i="0" dirty="0">
                        <a:solidFill>
                          <a:srgbClr val="020140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701170"/>
                  </a:ext>
                </a:extLst>
              </a:tr>
            </a:tbl>
          </a:graphicData>
        </a:graphic>
      </p:graphicFrame>
      <p:sp>
        <p:nvSpPr>
          <p:cNvPr id="27" name="תיבת טקסט 26">
            <a:extLst>
              <a:ext uri="{FF2B5EF4-FFF2-40B4-BE49-F238E27FC236}">
                <a16:creationId xmlns:a16="http://schemas.microsoft.com/office/drawing/2014/main" id="{91EA6F00-A141-B4BA-F331-BEE7AE9FFDFF}"/>
              </a:ext>
            </a:extLst>
          </p:cNvPr>
          <p:cNvSpPr txBox="1"/>
          <p:nvPr/>
        </p:nvSpPr>
        <p:spPr>
          <a:xfrm>
            <a:off x="2300235" y="4289506"/>
            <a:ext cx="170029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  <a:spcAft>
                <a:spcPts val="265"/>
              </a:spcAft>
            </a:pPr>
            <a:r>
              <a:rPr lang="he-IL" sz="1600" b="1" dirty="0">
                <a:solidFill>
                  <a:srgbClr val="3C65E3"/>
                </a:solidFill>
                <a:latin typeface="1_Migdal_RagSans" pitchFamily="2" charset="-79"/>
                <a:cs typeface="1_Migdal_RagSans" pitchFamily="2" charset="-79"/>
              </a:rPr>
              <a:t>מנהלים מקצועיים</a:t>
            </a:r>
            <a:endParaRPr lang="he-IL" sz="1600" dirty="0">
              <a:solidFill>
                <a:srgbClr val="3C65E3"/>
              </a:solidFill>
              <a:latin typeface="1_Migdal_RagSans" pitchFamily="2" charset="-79"/>
              <a:cs typeface="1_Migdal_RagSans" pitchFamily="2" charset="-79"/>
            </a:endParaRPr>
          </a:p>
        </p:txBody>
      </p:sp>
      <p:graphicFrame>
        <p:nvGraphicFramePr>
          <p:cNvPr id="28" name="Table 5">
            <a:extLst>
              <a:ext uri="{FF2B5EF4-FFF2-40B4-BE49-F238E27FC236}">
                <a16:creationId xmlns:a16="http://schemas.microsoft.com/office/drawing/2014/main" id="{2A14B571-E0EE-7B09-2B78-06125F901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93858"/>
              </p:ext>
            </p:extLst>
          </p:nvPr>
        </p:nvGraphicFramePr>
        <p:xfrm>
          <a:off x="512346" y="3393810"/>
          <a:ext cx="5436511" cy="9753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78818">
                  <a:extLst>
                    <a:ext uri="{9D8B030D-6E8A-4147-A177-3AD203B41FA5}">
                      <a16:colId xmlns:a16="http://schemas.microsoft.com/office/drawing/2014/main" val="3905589658"/>
                    </a:ext>
                  </a:extLst>
                </a:gridCol>
                <a:gridCol w="964811">
                  <a:extLst>
                    <a:ext uri="{9D8B030D-6E8A-4147-A177-3AD203B41FA5}">
                      <a16:colId xmlns:a16="http://schemas.microsoft.com/office/drawing/2014/main" val="830472519"/>
                    </a:ext>
                  </a:extLst>
                </a:gridCol>
                <a:gridCol w="1453030">
                  <a:extLst>
                    <a:ext uri="{9D8B030D-6E8A-4147-A177-3AD203B41FA5}">
                      <a16:colId xmlns:a16="http://schemas.microsoft.com/office/drawing/2014/main" val="2676483639"/>
                    </a:ext>
                  </a:extLst>
                </a:gridCol>
                <a:gridCol w="906691">
                  <a:extLst>
                    <a:ext uri="{9D8B030D-6E8A-4147-A177-3AD203B41FA5}">
                      <a16:colId xmlns:a16="http://schemas.microsoft.com/office/drawing/2014/main" val="1920339721"/>
                    </a:ext>
                  </a:extLst>
                </a:gridCol>
                <a:gridCol w="1133161">
                  <a:extLst>
                    <a:ext uri="{9D8B030D-6E8A-4147-A177-3AD203B41FA5}">
                      <a16:colId xmlns:a16="http://schemas.microsoft.com/office/drawing/2014/main" val="4227053688"/>
                    </a:ext>
                  </a:extLst>
                </a:gridCol>
              </a:tblGrid>
              <a:tr h="238207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chemeClr val="bg1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טלפון נייד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chemeClr val="bg1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טלפון משרד</a:t>
                      </a:r>
                      <a:endParaRPr lang="en-IL" sz="800" b="0" i="0" kern="1200" dirty="0">
                        <a:solidFill>
                          <a:schemeClr val="bg1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chemeClr val="bg1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כתובת מייל</a:t>
                      </a: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chemeClr val="bg1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שם</a:t>
                      </a: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65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chemeClr val="bg1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תפקיד</a:t>
                      </a:r>
                      <a:endParaRPr lang="en-IL" sz="800" b="0" i="0" dirty="0">
                        <a:solidFill>
                          <a:schemeClr val="bg1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20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73982"/>
                  </a:ext>
                </a:extLst>
              </a:tr>
              <a:tr h="246001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‎‏‎076-8866639‏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sonial@migdal.co.il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סוניה לוסקי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חתמת חיים ובריאות</a:t>
                      </a:r>
                      <a:endParaRPr lang="en-IL" sz="800" b="0" i="0" dirty="0">
                        <a:solidFill>
                          <a:srgbClr val="020140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701170"/>
                  </a:ext>
                </a:extLst>
              </a:tr>
              <a:tr h="246001"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‎‏‎076-8865359‏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iritra@migdal.co.il</a:t>
                      </a: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kern="1200" dirty="0">
                          <a:solidFill>
                            <a:srgbClr val="020140"/>
                          </a:solidFill>
                          <a:latin typeface="1_Migdal_RagSans" pitchFamily="2" charset="-79"/>
                          <a:ea typeface="+mn-ea"/>
                          <a:cs typeface="1_Migdal_RagSans" pitchFamily="2" charset="-79"/>
                        </a:rPr>
                        <a:t>אירית רצאבי </a:t>
                      </a:r>
                      <a:endParaRPr lang="en-IL" sz="800" b="0" i="0" kern="1200" dirty="0">
                        <a:solidFill>
                          <a:srgbClr val="020140"/>
                        </a:solidFill>
                        <a:latin typeface="1_Migdal_RagSans" pitchFamily="2" charset="-79"/>
                        <a:ea typeface="+mn-ea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584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800" b="0" i="0" dirty="0">
                          <a:solidFill>
                            <a:srgbClr val="020140"/>
                          </a:solidFill>
                          <a:latin typeface="1_Migdal_RagSans" pitchFamily="2" charset="-79"/>
                          <a:cs typeface="1_Migdal_RagSans" pitchFamily="2" charset="-79"/>
                        </a:rPr>
                        <a:t>חתמת משכנתה \ ריסק משועבד</a:t>
                      </a:r>
                      <a:endParaRPr lang="en-IL" sz="800" b="0" i="0" dirty="0">
                        <a:solidFill>
                          <a:srgbClr val="020140"/>
                        </a:solidFill>
                        <a:latin typeface="1_Migdal_RagSans" pitchFamily="2" charset="-79"/>
                        <a:cs typeface="1_Migdal_RagSans" pitchFamily="2" charset="-79"/>
                      </a:endParaRPr>
                    </a:p>
                  </a:txBody>
                  <a:tcPr marL="162560" marR="162560" marT="81282" marB="81282" anchor="ctr">
                    <a:lnL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C65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5292479"/>
                  </a:ext>
                </a:extLst>
              </a:tr>
            </a:tbl>
          </a:graphicData>
        </a:graphic>
      </p:graphicFrame>
      <p:pic>
        <p:nvPicPr>
          <p:cNvPr id="16" name="Picture 2">
            <a:extLst>
              <a:ext uri="{FF2B5EF4-FFF2-40B4-BE49-F238E27FC236}">
                <a16:creationId xmlns:a16="http://schemas.microsoft.com/office/drawing/2014/main" id="{9F699686-1A61-04DB-D331-EBEFA09604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32408"/>
            <a:ext cx="12192000" cy="941402"/>
          </a:xfrm>
          <a:prstGeom prst="rect">
            <a:avLst/>
          </a:prstGeom>
        </p:spPr>
      </p:pic>
      <p:sp>
        <p:nvSpPr>
          <p:cNvPr id="21" name="תיבת טקסט 21">
            <a:extLst>
              <a:ext uri="{FF2B5EF4-FFF2-40B4-BE49-F238E27FC236}">
                <a16:creationId xmlns:a16="http://schemas.microsoft.com/office/drawing/2014/main" id="{4E5E4CCF-964A-087E-4C3E-87107C6D7BC8}"/>
              </a:ext>
            </a:extLst>
          </p:cNvPr>
          <p:cNvSpPr txBox="1"/>
          <p:nvPr/>
        </p:nvSpPr>
        <p:spPr>
          <a:xfrm>
            <a:off x="-22833" y="5929831"/>
            <a:ext cx="1130731" cy="37510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I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265"/>
              </a:spcAft>
            </a:pPr>
            <a:r>
              <a:rPr lang="he-IL" sz="1400" b="1" dirty="0">
                <a:solidFill>
                  <a:srgbClr val="002060"/>
                </a:solidFill>
                <a:latin typeface="1_Migdal_RagSans" pitchFamily="2" charset="-79"/>
                <a:cs typeface="1_Migdal_RagSans" pitchFamily="2" charset="-79"/>
              </a:rPr>
              <a:t>סופיה מולר</a:t>
            </a:r>
          </a:p>
        </p:txBody>
      </p:sp>
      <p:sp>
        <p:nvSpPr>
          <p:cNvPr id="22" name="תיבת טקסט 23">
            <a:extLst>
              <a:ext uri="{FF2B5EF4-FFF2-40B4-BE49-F238E27FC236}">
                <a16:creationId xmlns:a16="http://schemas.microsoft.com/office/drawing/2014/main" id="{213260C8-324E-2E9E-99C9-E80ECC0F5EE3}"/>
              </a:ext>
            </a:extLst>
          </p:cNvPr>
          <p:cNvSpPr txBox="1"/>
          <p:nvPr/>
        </p:nvSpPr>
        <p:spPr>
          <a:xfrm>
            <a:off x="22239" y="6154386"/>
            <a:ext cx="1983435" cy="3145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I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265"/>
              </a:spcAft>
            </a:pPr>
            <a:r>
              <a:rPr lang="he-IL" sz="1100" dirty="0">
                <a:solidFill>
                  <a:srgbClr val="002060"/>
                </a:solidFill>
                <a:latin typeface="1_Migdal_RagSans" pitchFamily="2" charset="-79"/>
                <a:cs typeface="1_Migdal_RagSans" pitchFamily="2" charset="-79"/>
              </a:rPr>
              <a:t>   מפקחת רכישה  |  מרחב מרכז</a:t>
            </a:r>
          </a:p>
        </p:txBody>
      </p:sp>
      <p:sp>
        <p:nvSpPr>
          <p:cNvPr id="25" name="תיבת טקסט 24">
            <a:extLst>
              <a:ext uri="{FF2B5EF4-FFF2-40B4-BE49-F238E27FC236}">
                <a16:creationId xmlns:a16="http://schemas.microsoft.com/office/drawing/2014/main" id="{44E2C8C2-C7BC-B830-E719-A20BEF6CA404}"/>
              </a:ext>
            </a:extLst>
          </p:cNvPr>
          <p:cNvSpPr txBox="1"/>
          <p:nvPr/>
        </p:nvSpPr>
        <p:spPr>
          <a:xfrm>
            <a:off x="22239" y="6528544"/>
            <a:ext cx="1630863" cy="3145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I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265"/>
              </a:spcAft>
            </a:pPr>
            <a:r>
              <a:rPr lang="en-US" sz="1100" dirty="0">
                <a:solidFill>
                  <a:srgbClr val="002060"/>
                </a:solidFill>
                <a:latin typeface="1_Migdal_RagSans" pitchFamily="2" charset="-79"/>
                <a:cs typeface="1_Migdal_RagSans" pitchFamily="2" charset="-79"/>
              </a:rPr>
              <a:t>sofiamu@migdal.co.il</a:t>
            </a:r>
            <a:endParaRPr lang="he-IL" sz="1100" dirty="0">
              <a:solidFill>
                <a:srgbClr val="002060"/>
              </a:solidFill>
              <a:latin typeface="1_Migdal_RagSans" pitchFamily="2" charset="-79"/>
              <a:cs typeface="1_Migdal_RagSans" pitchFamily="2" charset="-79"/>
            </a:endParaRPr>
          </a:p>
        </p:txBody>
      </p:sp>
      <p:sp>
        <p:nvSpPr>
          <p:cNvPr id="29" name="תיבת טקסט 24">
            <a:extLst>
              <a:ext uri="{FF2B5EF4-FFF2-40B4-BE49-F238E27FC236}">
                <a16:creationId xmlns:a16="http://schemas.microsoft.com/office/drawing/2014/main" id="{1A106F42-ED77-0DA4-8CC6-43C5743467B0}"/>
              </a:ext>
            </a:extLst>
          </p:cNvPr>
          <p:cNvSpPr txBox="1"/>
          <p:nvPr/>
        </p:nvSpPr>
        <p:spPr>
          <a:xfrm>
            <a:off x="22239" y="6353250"/>
            <a:ext cx="1220960" cy="3145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I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Aft>
                <a:spcPts val="265"/>
              </a:spcAft>
            </a:pPr>
            <a:r>
              <a:rPr lang="en-US" sz="1100" dirty="0">
                <a:solidFill>
                  <a:srgbClr val="002060"/>
                </a:solidFill>
                <a:latin typeface="1_Migdal_RagSans" pitchFamily="2" charset="-79"/>
                <a:cs typeface="1_Migdal_RagSans" pitchFamily="2" charset="-79"/>
              </a:rPr>
              <a:t>054-5464761</a:t>
            </a:r>
            <a:endParaRPr lang="he-IL" sz="1100" dirty="0">
              <a:solidFill>
                <a:srgbClr val="002060"/>
              </a:solidFill>
              <a:latin typeface="1_Migdal_RagSans" pitchFamily="2" charset="-79"/>
              <a:cs typeface="1_Migdal_RagSans" pitchFamily="2" charset="-79"/>
            </a:endParaRPr>
          </a:p>
        </p:txBody>
      </p:sp>
      <p:pic>
        <p:nvPicPr>
          <p:cNvPr id="30" name="תמונה 29" descr="תמונה שמכילה יצירתיות&#10;&#10;התיאור נוצר באופן אוטומטי ברמת מהימנות נמוכה">
            <a:extLst>
              <a:ext uri="{FF2B5EF4-FFF2-40B4-BE49-F238E27FC236}">
                <a16:creationId xmlns:a16="http://schemas.microsoft.com/office/drawing/2014/main" id="{586672FE-8AF8-228F-EF90-7F1DFB2510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4110" y="6543904"/>
            <a:ext cx="258992" cy="242583"/>
          </a:xfrm>
          <a:prstGeom prst="rect">
            <a:avLst/>
          </a:prstGeom>
          <a:noFill/>
        </p:spPr>
      </p:pic>
      <p:pic>
        <p:nvPicPr>
          <p:cNvPr id="33" name="Picture 1">
            <a:extLst>
              <a:ext uri="{FF2B5EF4-FFF2-40B4-BE49-F238E27FC236}">
                <a16:creationId xmlns:a16="http://schemas.microsoft.com/office/drawing/2014/main" id="{4C4DC9AB-3C71-3129-6CEF-DDE1512BDC2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88210" y="6242116"/>
            <a:ext cx="1361194" cy="384668"/>
          </a:xfrm>
          <a:prstGeom prst="rect">
            <a:avLst/>
          </a:prstGeom>
        </p:spPr>
      </p:pic>
      <p:sp>
        <p:nvSpPr>
          <p:cNvPr id="34" name="תיבת טקסט 21">
            <a:extLst>
              <a:ext uri="{FF2B5EF4-FFF2-40B4-BE49-F238E27FC236}">
                <a16:creationId xmlns:a16="http://schemas.microsoft.com/office/drawing/2014/main" id="{A561B02F-DF58-6F53-11FE-D68F65975689}"/>
              </a:ext>
            </a:extLst>
          </p:cNvPr>
          <p:cNvSpPr txBox="1"/>
          <p:nvPr/>
        </p:nvSpPr>
        <p:spPr>
          <a:xfrm>
            <a:off x="4071481" y="5976107"/>
            <a:ext cx="3995944" cy="9964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I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Aft>
                <a:spcPts val="265"/>
              </a:spcAft>
            </a:pPr>
            <a:r>
              <a:rPr lang="he-IL" sz="2000" b="1" dirty="0">
                <a:solidFill>
                  <a:schemeClr val="bg1"/>
                </a:solidFill>
                <a:latin typeface="1_Migdal_RagSans" pitchFamily="2" charset="-79"/>
                <a:cs typeface="1_Migdal_RagSans" pitchFamily="2" charset="-79"/>
              </a:rPr>
              <a:t>אנשי קשר – </a:t>
            </a:r>
            <a:r>
              <a:rPr lang="he-IL" sz="2000" b="1" dirty="0" err="1">
                <a:solidFill>
                  <a:schemeClr val="bg1"/>
                </a:solidFill>
                <a:latin typeface="1_Migdal_RagSans" pitchFamily="2" charset="-79"/>
                <a:cs typeface="1_Migdal_RagSans" pitchFamily="2" charset="-79"/>
              </a:rPr>
              <a:t>הכל</a:t>
            </a:r>
            <a:r>
              <a:rPr lang="he-IL" sz="2000" b="1" dirty="0">
                <a:solidFill>
                  <a:schemeClr val="bg1"/>
                </a:solidFill>
                <a:latin typeface="1_Migdal_RagSans" pitchFamily="2" charset="-79"/>
                <a:cs typeface="1_Migdal_RagSans" pitchFamily="2" charset="-79"/>
              </a:rPr>
              <a:t> במקום אחד</a:t>
            </a:r>
          </a:p>
          <a:p>
            <a:pPr algn="ctr">
              <a:lnSpc>
                <a:spcPct val="150000"/>
              </a:lnSpc>
              <a:spcAft>
                <a:spcPts val="265"/>
              </a:spcAft>
            </a:pPr>
            <a:endParaRPr lang="he-IL" sz="2000" b="1" dirty="0">
              <a:solidFill>
                <a:schemeClr val="bg1"/>
              </a:solidFill>
              <a:latin typeface="1_Migdal_RagSans" pitchFamily="2" charset="-79"/>
              <a:cs typeface="1_Migdal_RagSans" pitchFamily="2" charset="-79"/>
            </a:endParaRPr>
          </a:p>
        </p:txBody>
      </p:sp>
      <p:sp>
        <p:nvSpPr>
          <p:cNvPr id="35" name="תיבת טקסט 21">
            <a:extLst>
              <a:ext uri="{FF2B5EF4-FFF2-40B4-BE49-F238E27FC236}">
                <a16:creationId xmlns:a16="http://schemas.microsoft.com/office/drawing/2014/main" id="{3A19D225-7CD9-B868-40AC-B1FC57DEF4AB}"/>
              </a:ext>
            </a:extLst>
          </p:cNvPr>
          <p:cNvSpPr txBox="1"/>
          <p:nvPr/>
        </p:nvSpPr>
        <p:spPr>
          <a:xfrm>
            <a:off x="5154502" y="6346254"/>
            <a:ext cx="2017076" cy="39530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IL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  <a:spcAft>
                <a:spcPts val="265"/>
              </a:spcAft>
            </a:pPr>
            <a:endParaRPr lang="he-IL" sz="1500" b="1" dirty="0">
              <a:solidFill>
                <a:schemeClr val="bg1"/>
              </a:solidFill>
              <a:latin typeface="1_Migdal_RagSans" pitchFamily="2" charset="-79"/>
              <a:cs typeface="1_Migdal_RagSans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8961250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igdal- NEW_PPT_grid_opt-3.pptx  -  לקריאה בלבד" id="{1858DEC9-19BA-40AF-ACEB-C9F183570A12}" vid="{A2DA47AC-A7DC-4E9F-A7C5-F77CB72EB500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igdal- NEW_PPT_grid_opt-3.pptx  -  לקריאה בלבד" id="{1858DEC9-19BA-40AF-ACEB-C9F183570A12}" vid="{EAF5EDBF-3656-4F94-8100-3E9B45982722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igdal- NEW_PPT_grid_opt-3.pptx  -  לקריאה בלבד" id="{1858DEC9-19BA-40AF-ACEB-C9F183570A12}" vid="{AA487527-AB7F-48DF-B56B-CE93870B795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5DF819E7A1B54787D285B71D3A5FFE" ma:contentTypeVersion="15" ma:contentTypeDescription="Create a new document." ma:contentTypeScope="" ma:versionID="e5f8f3176c8c213591c15b1a6f3b907d">
  <xsd:schema xmlns:xsd="http://www.w3.org/2001/XMLSchema" xmlns:xs="http://www.w3.org/2001/XMLSchema" xmlns:p="http://schemas.microsoft.com/office/2006/metadata/properties" xmlns:ns2="391a8ea9-160c-41d9-9b29-a21f5cb99e81" xmlns:ns3="adabcdd2-4bac-48a1-8d51-b7d12859669e" targetNamespace="http://schemas.microsoft.com/office/2006/metadata/properties" ma:root="true" ma:fieldsID="b1d34ecf782814331c9105d9d4b44f47" ns2:_="" ns3:_="">
    <xsd:import namespace="391a8ea9-160c-41d9-9b29-a21f5cb99e81"/>
    <xsd:import namespace="adabcdd2-4bac-48a1-8d51-b7d12859669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1a8ea9-160c-41d9-9b29-a21f5cb99e81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c8f84d5-8a1c-4d30-9dcb-b25f5707cd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abcdd2-4bac-48a1-8d51-b7d12859669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89a65fa-35be-4193-a50c-df3f54131230}" ma:internalName="TaxCatchAll" ma:showField="CatchAllData" ma:web="adabcdd2-4bac-48a1-8d51-b7d12859669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BD7C42-AD23-41F3-B968-C346DB120AB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CCFF5D7-F3CA-4222-A663-D479F06DB1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91a8ea9-160c-41d9-9b29-a21f5cb99e81"/>
    <ds:schemaRef ds:uri="adabcdd2-4bac-48a1-8d51-b7d1285966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Migdal- NEW_PPT_grid_opt-3</Template>
  <TotalTime>668</TotalTime>
  <Words>386</Words>
  <Application>Microsoft Office PowerPoint</Application>
  <PresentationFormat>מסך רחב</PresentationFormat>
  <Paragraphs>113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3</vt:i4>
      </vt:variant>
      <vt:variant>
        <vt:lpstr>כותרות שקופיות</vt:lpstr>
      </vt:variant>
      <vt:variant>
        <vt:i4>1</vt:i4>
      </vt:variant>
    </vt:vector>
  </HeadingPairs>
  <TitlesOfParts>
    <vt:vector size="8" baseType="lpstr">
      <vt:lpstr>1_Migdal_RagSans</vt:lpstr>
      <vt:lpstr>Arial</vt:lpstr>
      <vt:lpstr>Rag Sans-1.4</vt:lpstr>
      <vt:lpstr>Rag Sans-1.4 Bold</vt:lpstr>
      <vt:lpstr>2_Office Theme</vt:lpstr>
      <vt:lpstr>1_Office Theme</vt:lpstr>
      <vt:lpstr>3_Office Theme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נושא המצגת</dc:title>
  <dc:creator>שרה קריכלי</dc:creator>
  <cp:lastModifiedBy>סופיה מולר</cp:lastModifiedBy>
  <cp:revision>38</cp:revision>
  <cp:lastPrinted>2025-04-29T10:05:05Z</cp:lastPrinted>
  <dcterms:created xsi:type="dcterms:W3CDTF">2024-08-05T08:10:06Z</dcterms:created>
  <dcterms:modified xsi:type="dcterms:W3CDTF">2026-01-12T16:07:13Z</dcterms:modified>
</cp:coreProperties>
</file>